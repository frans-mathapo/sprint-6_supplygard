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  <p:sldMasterId id="2147483918" r:id="rId2"/>
  </p:sldMasterIdLst>
  <p:notesMasterIdLst>
    <p:notesMasterId r:id="rId40"/>
  </p:notesMasterIdLst>
  <p:sldIdLst>
    <p:sldId id="256" r:id="rId3"/>
    <p:sldId id="273" r:id="rId4"/>
    <p:sldId id="332" r:id="rId5"/>
    <p:sldId id="336" r:id="rId6"/>
    <p:sldId id="282" r:id="rId7"/>
    <p:sldId id="337" r:id="rId8"/>
    <p:sldId id="339" r:id="rId9"/>
    <p:sldId id="283" r:id="rId10"/>
    <p:sldId id="350" r:id="rId11"/>
    <p:sldId id="351" r:id="rId12"/>
    <p:sldId id="356" r:id="rId13"/>
    <p:sldId id="359" r:id="rId14"/>
    <p:sldId id="353" r:id="rId15"/>
    <p:sldId id="348" r:id="rId16"/>
    <p:sldId id="338" r:id="rId17"/>
    <p:sldId id="342" r:id="rId18"/>
    <p:sldId id="343" r:id="rId19"/>
    <p:sldId id="344" r:id="rId20"/>
    <p:sldId id="345" r:id="rId21"/>
    <p:sldId id="347" r:id="rId22"/>
    <p:sldId id="361" r:id="rId23"/>
    <p:sldId id="363" r:id="rId24"/>
    <p:sldId id="362" r:id="rId25"/>
    <p:sldId id="364" r:id="rId26"/>
    <p:sldId id="365" r:id="rId27"/>
    <p:sldId id="366" r:id="rId28"/>
    <p:sldId id="367" r:id="rId29"/>
    <p:sldId id="368" r:id="rId30"/>
    <p:sldId id="340" r:id="rId31"/>
    <p:sldId id="341" r:id="rId32"/>
    <p:sldId id="358" r:id="rId33"/>
    <p:sldId id="355" r:id="rId34"/>
    <p:sldId id="357" r:id="rId35"/>
    <p:sldId id="349" r:id="rId36"/>
    <p:sldId id="369" r:id="rId37"/>
    <p:sldId id="354" r:id="rId38"/>
    <p:sldId id="335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5FE"/>
    <a:srgbClr val="CCFFFF"/>
    <a:srgbClr val="CBDDFA"/>
    <a:srgbClr val="FFCC53"/>
    <a:srgbClr val="4C69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72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zilikazi Khumalo (RetailMass)" userId="S::mzilikazi.khumalo@sanlamsky.co.za::7db4c946-26e9-4b39-82da-fe40f1c3d21f" providerId="AD" clId="Web-{7550D9CE-7D07-6BA0-9E2B-47C218EDBDA9}"/>
    <pc:docChg chg="addSld delSld modSld sldOrd">
      <pc:chgData name="Mzilikazi Khumalo (RetailMass)" userId="S::mzilikazi.khumalo@sanlamsky.co.za::7db4c946-26e9-4b39-82da-fe40f1c3d21f" providerId="AD" clId="Web-{7550D9CE-7D07-6BA0-9E2B-47C218EDBDA9}" dt="2026-09-29T07:09:38.594" v="961"/>
      <pc:docMkLst>
        <pc:docMk/>
      </pc:docMkLst>
      <pc:sldChg chg="modSp">
        <pc:chgData name="Mzilikazi Khumalo (RetailMass)" userId="S::mzilikazi.khumalo@sanlamsky.co.za::7db4c946-26e9-4b39-82da-fe40f1c3d21f" providerId="AD" clId="Web-{7550D9CE-7D07-6BA0-9E2B-47C218EDBDA9}" dt="2026-09-29T04:56:30.733" v="11" actId="20577"/>
        <pc:sldMkLst>
          <pc:docMk/>
          <pc:sldMk cId="840132799" sldId="283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4:56:30.733" v="11" actId="20577"/>
          <ac:spMkLst>
            <pc:docMk/>
            <pc:sldMk cId="840132799" sldId="283"/>
            <ac:spMk id="666" creationId="{42390A6F-AACC-A984-2683-453BB3360272}"/>
          </ac:spMkLst>
        </pc:spChg>
      </pc:sldChg>
      <pc:sldChg chg="addSp delSp modSp ord">
        <pc:chgData name="Mzilikazi Khumalo (RetailMass)" userId="S::mzilikazi.khumalo@sanlamsky.co.za::7db4c946-26e9-4b39-82da-fe40f1c3d21f" providerId="AD" clId="Web-{7550D9CE-7D07-6BA0-9E2B-47C218EDBDA9}" dt="2026-09-29T05:39:34.217" v="337"/>
        <pc:sldMkLst>
          <pc:docMk/>
          <pc:sldMk cId="785052348" sldId="338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05:46.667" v="36" actId="20577"/>
          <ac:spMkLst>
            <pc:docMk/>
            <pc:sldMk cId="785052348" sldId="338"/>
            <ac:spMk id="2" creationId="{5EC9C1D9-8382-D3BA-5043-BB753D2310A9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08:28.213" v="59" actId="14100"/>
          <ac:spMkLst>
            <pc:docMk/>
            <pc:sldMk cId="785052348" sldId="338"/>
            <ac:spMk id="4" creationId="{3BE6CF99-9850-457A-E4C1-22E18175A117}"/>
          </ac:spMkLst>
        </pc:spChg>
        <pc:picChg chg="add mod">
          <ac:chgData name="Mzilikazi Khumalo (RetailMass)" userId="S::mzilikazi.khumalo@sanlamsky.co.za::7db4c946-26e9-4b39-82da-fe40f1c3d21f" providerId="AD" clId="Web-{7550D9CE-7D07-6BA0-9E2B-47C218EDBDA9}" dt="2026-09-29T05:08:35.025" v="60" actId="14100"/>
          <ac:picMkLst>
            <pc:docMk/>
            <pc:sldMk cId="785052348" sldId="338"/>
            <ac:picMk id="5" creationId="{D3AAF43A-2D0F-63D4-261B-6DD8801D7FF4}"/>
          </ac:picMkLst>
        </pc:picChg>
      </pc:sldChg>
      <pc:sldChg chg="addSp modSp new">
        <pc:chgData name="Mzilikazi Khumalo (RetailMass)" userId="S::mzilikazi.khumalo@sanlamsky.co.za::7db4c946-26e9-4b39-82da-fe40f1c3d21f" providerId="AD" clId="Web-{7550D9CE-7D07-6BA0-9E2B-47C218EDBDA9}" dt="2026-09-29T05:11:34.962" v="95" actId="14100"/>
        <pc:sldMkLst>
          <pc:docMk/>
          <pc:sldMk cId="390693653" sldId="342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09:51.056" v="81" actId="20577"/>
          <ac:spMkLst>
            <pc:docMk/>
            <pc:sldMk cId="390693653" sldId="342"/>
            <ac:spMk id="2" creationId="{BAC67AA2-53B1-7CDA-2A72-5FAC2F6BDB1D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10:32.556" v="88" actId="20577"/>
          <ac:spMkLst>
            <pc:docMk/>
            <pc:sldMk cId="390693653" sldId="342"/>
            <ac:spMk id="3" creationId="{0BD2F59B-53DD-6494-8563-9A3F24F640F6}"/>
          </ac:spMkLst>
        </pc:spChg>
        <pc:picChg chg="add mod">
          <ac:chgData name="Mzilikazi Khumalo (RetailMass)" userId="S::mzilikazi.khumalo@sanlamsky.co.za::7db4c946-26e9-4b39-82da-fe40f1c3d21f" providerId="AD" clId="Web-{7550D9CE-7D07-6BA0-9E2B-47C218EDBDA9}" dt="2026-09-29T05:11:34.962" v="95" actId="14100"/>
          <ac:picMkLst>
            <pc:docMk/>
            <pc:sldMk cId="390693653" sldId="342"/>
            <ac:picMk id="4" creationId="{A6E01AAC-33A7-7979-5136-4EFF707B014B}"/>
          </ac:picMkLst>
        </pc:picChg>
      </pc:sldChg>
      <pc:sldChg chg="addSp modSp new mod modClrScheme chgLayout">
        <pc:chgData name="Mzilikazi Khumalo (RetailMass)" userId="S::mzilikazi.khumalo@sanlamsky.co.za::7db4c946-26e9-4b39-82da-fe40f1c3d21f" providerId="AD" clId="Web-{7550D9CE-7D07-6BA0-9E2B-47C218EDBDA9}" dt="2026-09-29T05:16:27.616" v="142"/>
        <pc:sldMkLst>
          <pc:docMk/>
          <pc:sldMk cId="430361768" sldId="343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16:27.616" v="142"/>
          <ac:spMkLst>
            <pc:docMk/>
            <pc:sldMk cId="430361768" sldId="343"/>
            <ac:spMk id="2" creationId="{DD3E7B2D-0FF0-2AC8-B9B5-469EEB3B6913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16:27.616" v="142"/>
          <ac:spMkLst>
            <pc:docMk/>
            <pc:sldMk cId="430361768" sldId="343"/>
            <ac:spMk id="3" creationId="{53710114-AF93-8D08-CF89-3605E9182FA1}"/>
          </ac:spMkLst>
        </pc:spChg>
        <pc:picChg chg="add mod">
          <ac:chgData name="Mzilikazi Khumalo (RetailMass)" userId="S::mzilikazi.khumalo@sanlamsky.co.za::7db4c946-26e9-4b39-82da-fe40f1c3d21f" providerId="AD" clId="Web-{7550D9CE-7D07-6BA0-9E2B-47C218EDBDA9}" dt="2026-09-29T05:16:27.616" v="142"/>
          <ac:picMkLst>
            <pc:docMk/>
            <pc:sldMk cId="430361768" sldId="343"/>
            <ac:picMk id="4" creationId="{C2C1B2D2-7878-0F88-7651-C87CADE5AD48}"/>
          </ac:picMkLst>
        </pc:picChg>
      </pc:sldChg>
      <pc:sldChg chg="addSp delSp modSp new mod modClrScheme chgLayout">
        <pc:chgData name="Mzilikazi Khumalo (RetailMass)" userId="S::mzilikazi.khumalo@sanlamsky.co.za::7db4c946-26e9-4b39-82da-fe40f1c3d21f" providerId="AD" clId="Web-{7550D9CE-7D07-6BA0-9E2B-47C218EDBDA9}" dt="2026-09-29T05:21:34.255" v="219" actId="14100"/>
        <pc:sldMkLst>
          <pc:docMk/>
          <pc:sldMk cId="324192690" sldId="344"/>
        </pc:sldMkLst>
        <pc:spChg chg="add mod">
          <ac:chgData name="Mzilikazi Khumalo (RetailMass)" userId="S::mzilikazi.khumalo@sanlamsky.co.za::7db4c946-26e9-4b39-82da-fe40f1c3d21f" providerId="AD" clId="Web-{7550D9CE-7D07-6BA0-9E2B-47C218EDBDA9}" dt="2026-09-29T05:19:40.443" v="203" actId="20577"/>
          <ac:spMkLst>
            <pc:docMk/>
            <pc:sldMk cId="324192690" sldId="344"/>
            <ac:spMk id="4" creationId="{63E26EA3-7F91-BFE5-2A4C-05D3EB82E3A5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20:19.599" v="205" actId="20577"/>
          <ac:spMkLst>
            <pc:docMk/>
            <pc:sldMk cId="324192690" sldId="344"/>
            <ac:spMk id="14" creationId="{0FB78F46-D7D6-4C5F-CE4E-F5F5682AB586}"/>
          </ac:spMkLst>
        </pc:spChg>
        <pc:picChg chg="add mod">
          <ac:chgData name="Mzilikazi Khumalo (RetailMass)" userId="S::mzilikazi.khumalo@sanlamsky.co.za::7db4c946-26e9-4b39-82da-fe40f1c3d21f" providerId="AD" clId="Web-{7550D9CE-7D07-6BA0-9E2B-47C218EDBDA9}" dt="2026-09-29T05:21:34.255" v="219" actId="14100"/>
          <ac:picMkLst>
            <pc:docMk/>
            <pc:sldMk cId="324192690" sldId="344"/>
            <ac:picMk id="5" creationId="{A50B0C0A-B178-51BE-36EB-86A34825E821}"/>
          </ac:picMkLst>
        </pc:picChg>
      </pc:sldChg>
      <pc:sldChg chg="addSp delSp modSp new">
        <pc:chgData name="Mzilikazi Khumalo (RetailMass)" userId="S::mzilikazi.khumalo@sanlamsky.co.za::7db4c946-26e9-4b39-82da-fe40f1c3d21f" providerId="AD" clId="Web-{7550D9CE-7D07-6BA0-9E2B-47C218EDBDA9}" dt="2026-09-29T07:09:38.594" v="961"/>
        <pc:sldMkLst>
          <pc:docMk/>
          <pc:sldMk cId="4043851293" sldId="345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25:15.425" v="259" actId="20577"/>
          <ac:spMkLst>
            <pc:docMk/>
            <pc:sldMk cId="4043851293" sldId="345"/>
            <ac:spMk id="2" creationId="{82EDAEB2-E303-2079-6F47-8F0589A73834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24:45.113" v="241" actId="20577"/>
          <ac:spMkLst>
            <pc:docMk/>
            <pc:sldMk cId="4043851293" sldId="345"/>
            <ac:spMk id="15" creationId="{ED93DB58-A1AB-78E8-B009-4793F2107217}"/>
          </ac:spMkLst>
        </pc:spChg>
      </pc:sldChg>
      <pc:sldChg chg="addSp delSp modSp new">
        <pc:chgData name="Mzilikazi Khumalo (RetailMass)" userId="S::mzilikazi.khumalo@sanlamsky.co.za::7db4c946-26e9-4b39-82da-fe40f1c3d21f" providerId="AD" clId="Web-{7550D9CE-7D07-6BA0-9E2B-47C218EDBDA9}" dt="2026-09-29T05:37:46.312" v="335" actId="20577"/>
        <pc:sldMkLst>
          <pc:docMk/>
          <pc:sldMk cId="2005927796" sldId="347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36:37.515" v="329" actId="20577"/>
          <ac:spMkLst>
            <pc:docMk/>
            <pc:sldMk cId="2005927796" sldId="347"/>
            <ac:spMk id="2" creationId="{E3AAF10B-A9A6-CEB5-F01C-4F0050E5642F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5:37:46.312" v="335" actId="20577"/>
          <ac:spMkLst>
            <pc:docMk/>
            <pc:sldMk cId="2005927796" sldId="347"/>
            <ac:spMk id="15" creationId="{13D728A5-AA97-0743-C39F-36E2BFF8B155}"/>
          </ac:spMkLst>
        </pc:spChg>
      </pc:sldChg>
      <pc:sldChg chg="addSp modSp new">
        <pc:chgData name="Mzilikazi Khumalo (RetailMass)" userId="S::mzilikazi.khumalo@sanlamsky.co.za::7db4c946-26e9-4b39-82da-fe40f1c3d21f" providerId="AD" clId="Web-{7550D9CE-7D07-6BA0-9E2B-47C218EDBDA9}" dt="2026-09-29T07:08:49.719" v="960" actId="20577"/>
        <pc:sldMkLst>
          <pc:docMk/>
          <pc:sldMk cId="2546544771" sldId="348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5:39:44.748" v="343" actId="20577"/>
          <ac:spMkLst>
            <pc:docMk/>
            <pc:sldMk cId="2546544771" sldId="348"/>
            <ac:spMk id="2" creationId="{18E6F2BE-A46B-6D73-D136-FE6D5F7391F6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7:08:49.719" v="960" actId="20577"/>
          <ac:spMkLst>
            <pc:docMk/>
            <pc:sldMk cId="2546544771" sldId="348"/>
            <ac:spMk id="3" creationId="{9566B437-AF3D-8007-3D98-B7A88BB1705E}"/>
          </ac:spMkLst>
        </pc:spChg>
      </pc:sldChg>
      <pc:sldChg chg="addSp delSp modSp new ord">
        <pc:chgData name="Mzilikazi Khumalo (RetailMass)" userId="S::mzilikazi.khumalo@sanlamsky.co.za::7db4c946-26e9-4b39-82da-fe40f1c3d21f" providerId="AD" clId="Web-{7550D9CE-7D07-6BA0-9E2B-47C218EDBDA9}" dt="2026-09-29T07:03:40.529" v="916" actId="20577"/>
        <pc:sldMkLst>
          <pc:docMk/>
          <pc:sldMk cId="1474540995" sldId="355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6:31:45.405" v="376" actId="20577"/>
          <ac:spMkLst>
            <pc:docMk/>
            <pc:sldMk cId="1474540995" sldId="355"/>
            <ac:spMk id="2" creationId="{01883537-F9C6-0A51-290E-8943B1FA4FFB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7:01:25.981" v="901" actId="1076"/>
          <ac:spMkLst>
            <pc:docMk/>
            <pc:sldMk cId="1474540995" sldId="355"/>
            <ac:spMk id="3" creationId="{F298026C-B955-8E8F-F9E0-54F7522BF905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7:03:40.529" v="916" actId="20577"/>
          <ac:spMkLst>
            <pc:docMk/>
            <pc:sldMk cId="1474540995" sldId="355"/>
            <ac:spMk id="6" creationId="{97BCB9AC-F1FE-8650-18FF-834BD94A7BAF}"/>
          </ac:spMkLst>
        </pc:spChg>
      </pc:sldChg>
      <pc:sldChg chg="addSp delSp modSp new">
        <pc:chgData name="Mzilikazi Khumalo (RetailMass)" userId="S::mzilikazi.khumalo@sanlamsky.co.za::7db4c946-26e9-4b39-82da-fe40f1c3d21f" providerId="AD" clId="Web-{7550D9CE-7D07-6BA0-9E2B-47C218EDBDA9}" dt="2026-09-29T07:04:13.420" v="924" actId="20577"/>
        <pc:sldMkLst>
          <pc:docMk/>
          <pc:sldMk cId="3828574848" sldId="357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7:00:53.731" v="890" actId="20577"/>
          <ac:spMkLst>
            <pc:docMk/>
            <pc:sldMk cId="3828574848" sldId="357"/>
            <ac:spMk id="2" creationId="{EB30C809-9B2D-B613-8E04-FDD7869837F7}"/>
          </ac:spMkLst>
        </pc:spChg>
        <pc:spChg chg="add del mod">
          <ac:chgData name="Mzilikazi Khumalo (RetailMass)" userId="S::mzilikazi.khumalo@sanlamsky.co.za::7db4c946-26e9-4b39-82da-fe40f1c3d21f" providerId="AD" clId="Web-{7550D9CE-7D07-6BA0-9E2B-47C218EDBDA9}" dt="2026-09-29T07:04:13.420" v="924" actId="20577"/>
          <ac:spMkLst>
            <pc:docMk/>
            <pc:sldMk cId="3828574848" sldId="357"/>
            <ac:spMk id="3" creationId="{17671A66-F56E-3E5E-4262-FC11062C5FCC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7:01:10.794" v="900" actId="20577"/>
          <ac:spMkLst>
            <pc:docMk/>
            <pc:sldMk cId="3828574848" sldId="357"/>
            <ac:spMk id="4" creationId="{095A9B11-5851-F7C9-00CC-3D4884DD9AC3}"/>
          </ac:spMkLst>
        </pc:spChg>
      </pc:sldChg>
      <pc:sldChg chg="addSp modSp new">
        <pc:chgData name="Mzilikazi Khumalo (RetailMass)" userId="S::mzilikazi.khumalo@sanlamsky.co.za::7db4c946-26e9-4b39-82da-fe40f1c3d21f" providerId="AD" clId="Web-{7550D9CE-7D07-6BA0-9E2B-47C218EDBDA9}" dt="2026-09-29T06:59:42.668" v="842" actId="1076"/>
        <pc:sldMkLst>
          <pc:docMk/>
          <pc:sldMk cId="3052187168" sldId="358"/>
        </pc:sldMkLst>
        <pc:spChg chg="mod">
          <ac:chgData name="Mzilikazi Khumalo (RetailMass)" userId="S::mzilikazi.khumalo@sanlamsky.co.za::7db4c946-26e9-4b39-82da-fe40f1c3d21f" providerId="AD" clId="Web-{7550D9CE-7D07-6BA0-9E2B-47C218EDBDA9}" dt="2026-09-29T06:56:56.447" v="783" actId="20577"/>
          <ac:spMkLst>
            <pc:docMk/>
            <pc:sldMk cId="3052187168" sldId="358"/>
            <ac:spMk id="2" creationId="{E9B7AA5C-BAA3-3114-07F4-F57EF032D432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6:59:42.668" v="842" actId="1076"/>
          <ac:spMkLst>
            <pc:docMk/>
            <pc:sldMk cId="3052187168" sldId="358"/>
            <ac:spMk id="3" creationId="{8B789084-31B7-30C4-F8F5-62C67CFC1FAA}"/>
          </ac:spMkLst>
        </pc:spChg>
        <pc:spChg chg="add mod">
          <ac:chgData name="Mzilikazi Khumalo (RetailMass)" userId="S::mzilikazi.khumalo@sanlamsky.co.za::7db4c946-26e9-4b39-82da-fe40f1c3d21f" providerId="AD" clId="Web-{7550D9CE-7D07-6BA0-9E2B-47C218EDBDA9}" dt="2026-09-29T06:59:36.699" v="841" actId="20577"/>
          <ac:spMkLst>
            <pc:docMk/>
            <pc:sldMk cId="3052187168" sldId="358"/>
            <ac:spMk id="4" creationId="{020B9A70-6DCD-89F3-5322-2548A5835E86}"/>
          </ac:spMkLst>
        </pc:spChg>
      </pc:sldChg>
    </pc:docChg>
  </pc:docChgLst>
  <pc:docChgLst>
    <pc:chgData name="Moses Manyama (RetailMass)" userId="S::moses.manyama@sanlamsky.co.za::e02753a8-07a0-45fc-b423-8e0de8033b03" providerId="AD" clId="Web-{7F895483-6BA6-5948-3C5D-C3D4356F7EE6}"/>
    <pc:docChg chg="addSld modSld">
      <pc:chgData name="Moses Manyama (RetailMass)" userId="S::moses.manyama@sanlamsky.co.za::e02753a8-07a0-45fc-b423-8e0de8033b03" providerId="AD" clId="Web-{7F895483-6BA6-5948-3C5D-C3D4356F7EE6}" dt="2026-09-29T08:10:04.416" v="130" actId="1076"/>
      <pc:docMkLst>
        <pc:docMk/>
      </pc:docMkLst>
      <pc:sldChg chg="modSp">
        <pc:chgData name="Moses Manyama (RetailMass)" userId="S::moses.manyama@sanlamsky.co.za::e02753a8-07a0-45fc-b423-8e0de8033b03" providerId="AD" clId="Web-{7F895483-6BA6-5948-3C5D-C3D4356F7EE6}" dt="2026-09-29T08:10:04.416" v="130" actId="1076"/>
        <pc:sldMkLst>
          <pc:docMk/>
          <pc:sldMk cId="143325879" sldId="336"/>
        </pc:sldMkLst>
        <pc:picChg chg="mod">
          <ac:chgData name="Moses Manyama (RetailMass)" userId="S::moses.manyama@sanlamsky.co.za::e02753a8-07a0-45fc-b423-8e0de8033b03" providerId="AD" clId="Web-{7F895483-6BA6-5948-3C5D-C3D4356F7EE6}" dt="2026-09-29T08:10:04.416" v="130" actId="1076"/>
          <ac:picMkLst>
            <pc:docMk/>
            <pc:sldMk cId="143325879" sldId="336"/>
            <ac:picMk id="4" creationId="{04B5544B-269C-E4DA-BEE5-6B6972BD0FEF}"/>
          </ac:picMkLst>
        </pc:picChg>
      </pc:sldChg>
      <pc:sldChg chg="modSp">
        <pc:chgData name="Moses Manyama (RetailMass)" userId="S::moses.manyama@sanlamsky.co.za::e02753a8-07a0-45fc-b423-8e0de8033b03" providerId="AD" clId="Web-{7F895483-6BA6-5948-3C5D-C3D4356F7EE6}" dt="2026-09-29T07:56:36.452" v="129" actId="1076"/>
        <pc:sldMkLst>
          <pc:docMk/>
          <pc:sldMk cId="2431085210" sldId="337"/>
        </pc:sldMkLst>
        <pc:picChg chg="mod">
          <ac:chgData name="Moses Manyama (RetailMass)" userId="S::moses.manyama@sanlamsky.co.za::e02753a8-07a0-45fc-b423-8e0de8033b03" providerId="AD" clId="Web-{7F895483-6BA6-5948-3C5D-C3D4356F7EE6}" dt="2026-09-29T07:56:36.452" v="129" actId="1076"/>
          <ac:picMkLst>
            <pc:docMk/>
            <pc:sldMk cId="2431085210" sldId="337"/>
            <ac:picMk id="4" creationId="{1A0212AB-FF89-00B4-B2E7-32EE7F51EF12}"/>
          </ac:picMkLst>
        </pc:picChg>
      </pc:sldChg>
      <pc:sldChg chg="addSp modSp new">
        <pc:chgData name="Moses Manyama (RetailMass)" userId="S::moses.manyama@sanlamsky.co.za::e02753a8-07a0-45fc-b423-8e0de8033b03" providerId="AD" clId="Web-{7F895483-6BA6-5948-3C5D-C3D4356F7EE6}" dt="2026-09-29T06:24:42.616" v="30" actId="20577"/>
        <pc:sldMkLst>
          <pc:docMk/>
          <pc:sldMk cId="666253265" sldId="349"/>
        </pc:sldMkLst>
        <pc:spChg chg="mod">
          <ac:chgData name="Moses Manyama (RetailMass)" userId="S::moses.manyama@sanlamsky.co.za::e02753a8-07a0-45fc-b423-8e0de8033b03" providerId="AD" clId="Web-{7F895483-6BA6-5948-3C5D-C3D4356F7EE6}" dt="2026-09-29T06:17:31.174" v="1" actId="20577"/>
          <ac:spMkLst>
            <pc:docMk/>
            <pc:sldMk cId="666253265" sldId="349"/>
            <ac:spMk id="2" creationId="{BE8A9CFE-8B88-6B77-B636-BE3E27472E4F}"/>
          </ac:spMkLst>
        </pc:spChg>
        <pc:spChg chg="add mod">
          <ac:chgData name="Moses Manyama (RetailMass)" userId="S::moses.manyama@sanlamsky.co.za::e02753a8-07a0-45fc-b423-8e0de8033b03" providerId="AD" clId="Web-{7F895483-6BA6-5948-3C5D-C3D4356F7EE6}" dt="2026-09-29T06:24:42.616" v="30" actId="20577"/>
          <ac:spMkLst>
            <pc:docMk/>
            <pc:sldMk cId="666253265" sldId="349"/>
            <ac:spMk id="3" creationId="{A889F5E3-2E4B-4FC4-326F-FADD6D512143}"/>
          </ac:spMkLst>
        </pc:spChg>
      </pc:sldChg>
      <pc:sldChg chg="addSp modSp new">
        <pc:chgData name="Moses Manyama (RetailMass)" userId="S::moses.manyama@sanlamsky.co.za::e02753a8-07a0-45fc-b423-8e0de8033b03" providerId="AD" clId="Web-{7F895483-6BA6-5948-3C5D-C3D4356F7EE6}" dt="2026-09-29T07:49:11.860" v="122" actId="1076"/>
        <pc:sldMkLst>
          <pc:docMk/>
          <pc:sldMk cId="855766630" sldId="354"/>
        </pc:sldMkLst>
        <pc:spChg chg="mod">
          <ac:chgData name="Moses Manyama (RetailMass)" userId="S::moses.manyama@sanlamsky.co.za::e02753a8-07a0-45fc-b423-8e0de8033b03" providerId="AD" clId="Web-{7F895483-6BA6-5948-3C5D-C3D4356F7EE6}" dt="2026-09-29T07:49:07.532" v="121" actId="20577"/>
          <ac:spMkLst>
            <pc:docMk/>
            <pc:sldMk cId="855766630" sldId="354"/>
            <ac:spMk id="2" creationId="{5EE25400-B27E-8DF8-929E-A39A945667C4}"/>
          </ac:spMkLst>
        </pc:spChg>
        <pc:spChg chg="add mod">
          <ac:chgData name="Moses Manyama (RetailMass)" userId="S::moses.manyama@sanlamsky.co.za::e02753a8-07a0-45fc-b423-8e0de8033b03" providerId="AD" clId="Web-{7F895483-6BA6-5948-3C5D-C3D4356F7EE6}" dt="2026-09-29T07:49:11.860" v="122" actId="1076"/>
          <ac:spMkLst>
            <pc:docMk/>
            <pc:sldMk cId="855766630" sldId="354"/>
            <ac:spMk id="3" creationId="{EF04FA81-024B-832D-AFA6-92EB9DBC9872}"/>
          </ac:spMkLst>
        </pc:spChg>
      </pc:sldChg>
      <pc:sldChg chg="addSp modSp new">
        <pc:chgData name="Moses Manyama (RetailMass)" userId="S::moses.manyama@sanlamsky.co.za::e02753a8-07a0-45fc-b423-8e0de8033b03" providerId="AD" clId="Web-{7F895483-6BA6-5948-3C5D-C3D4356F7EE6}" dt="2026-09-29T07:50:17.313" v="127" actId="20577"/>
        <pc:sldMkLst>
          <pc:docMk/>
          <pc:sldMk cId="1195669336" sldId="369"/>
        </pc:sldMkLst>
        <pc:spChg chg="mod">
          <ac:chgData name="Moses Manyama (RetailMass)" userId="S::moses.manyama@sanlamsky.co.za::e02753a8-07a0-45fc-b423-8e0de8033b03" providerId="AD" clId="Web-{7F895483-6BA6-5948-3C5D-C3D4356F7EE6}" dt="2026-09-29T07:36:10.957" v="52" actId="20577"/>
          <ac:spMkLst>
            <pc:docMk/>
            <pc:sldMk cId="1195669336" sldId="369"/>
            <ac:spMk id="2" creationId="{0AE9ED64-2108-EA14-1B98-0A0D46C1BC0A}"/>
          </ac:spMkLst>
        </pc:spChg>
        <pc:spChg chg="add mod">
          <ac:chgData name="Moses Manyama (RetailMass)" userId="S::moses.manyama@sanlamsky.co.za::e02753a8-07a0-45fc-b423-8e0de8033b03" providerId="AD" clId="Web-{7F895483-6BA6-5948-3C5D-C3D4356F7EE6}" dt="2026-09-29T07:50:17.313" v="127" actId="20577"/>
          <ac:spMkLst>
            <pc:docMk/>
            <pc:sldMk cId="1195669336" sldId="369"/>
            <ac:spMk id="4" creationId="{43E38F86-CFC2-0F72-B49D-49B32C134977}"/>
          </ac:spMkLst>
        </pc:spChg>
        <pc:picChg chg="add mod">
          <ac:chgData name="Moses Manyama (RetailMass)" userId="S::moses.manyama@sanlamsky.co.za::e02753a8-07a0-45fc-b423-8e0de8033b03" providerId="AD" clId="Web-{7F895483-6BA6-5948-3C5D-C3D4356F7EE6}" dt="2026-09-29T07:45:57.611" v="61" actId="1076"/>
          <ac:picMkLst>
            <pc:docMk/>
            <pc:sldMk cId="1195669336" sldId="369"/>
            <ac:picMk id="3" creationId="{4A7199F5-EF14-0427-3F77-C5E2D58583A1}"/>
          </ac:picMkLst>
        </pc:picChg>
      </pc:sldChg>
    </pc:docChg>
  </pc:docChgLst>
  <pc:docChgLst>
    <pc:chgData name="Lisah Bhodoza (RetailMass)" userId="S::lisah.bhodoza@sanlamsky.co.za::48799c63-8e75-4b52-a142-0c6038b0294d" providerId="AD" clId="Web-{00000000-0000-0000-0000-000000000000}"/>
    <pc:docChg chg="modSld">
      <pc:chgData name="Lisah Bhodoza (RetailMass)" userId="S::lisah.bhodoza@sanlamsky.co.za::48799c63-8e75-4b52-a142-0c6038b0294d" providerId="AD" clId="Web-{00000000-0000-0000-0000-000000000000}" dt="2026-09-29T06:48:42.288" v="1" actId="1076"/>
      <pc:docMkLst>
        <pc:docMk/>
      </pc:docMkLst>
      <pc:sldChg chg="modSp">
        <pc:chgData name="Lisah Bhodoza (RetailMass)" userId="S::lisah.bhodoza@sanlamsky.co.za::48799c63-8e75-4b52-a142-0c6038b0294d" providerId="AD" clId="Web-{00000000-0000-0000-0000-000000000000}" dt="2026-09-29T06:48:42.288" v="1" actId="1076"/>
        <pc:sldMkLst>
          <pc:docMk/>
          <pc:sldMk cId="143325879" sldId="336"/>
        </pc:sldMkLst>
        <pc:picChg chg="mod">
          <ac:chgData name="Lisah Bhodoza (RetailMass)" userId="S::lisah.bhodoza@sanlamsky.co.za::48799c63-8e75-4b52-a142-0c6038b0294d" providerId="AD" clId="Web-{00000000-0000-0000-0000-000000000000}" dt="2026-09-29T06:48:42.288" v="1" actId="1076"/>
          <ac:picMkLst>
            <pc:docMk/>
            <pc:sldMk cId="143325879" sldId="336"/>
            <ac:picMk id="4" creationId="{04B5544B-269C-E4DA-BEE5-6B6972BD0FEF}"/>
          </ac:picMkLst>
        </pc:picChg>
      </pc:sldChg>
    </pc:docChg>
  </pc:docChgLst>
  <pc:docChgLst>
    <pc:chgData name="Noko Mathapo (RetailMass)" userId="181b541f-11fa-4d19-b68f-87dd71a7bfbd" providerId="ADAL" clId="{998644F1-91B5-447B-9654-F49064894322}"/>
    <pc:docChg chg="undo custSel addSld delSld modSld sldOrd">
      <pc:chgData name="Noko Mathapo (RetailMass)" userId="181b541f-11fa-4d19-b68f-87dd71a7bfbd" providerId="ADAL" clId="{998644F1-91B5-447B-9654-F49064894322}" dt="2026-10-16T15:13:42.624" v="1436" actId="1076"/>
      <pc:docMkLst>
        <pc:docMk/>
      </pc:docMkLst>
      <pc:sldChg chg="addSp delSp modSp new mod modTransition chgLayout">
        <pc:chgData name="Noko Mathapo (RetailMass)" userId="181b541f-11fa-4d19-b68f-87dd71a7bfbd" providerId="ADAL" clId="{998644F1-91B5-447B-9654-F49064894322}" dt="2026-09-28T08:43:16.925" v="1111" actId="1076"/>
        <pc:sldMkLst>
          <pc:docMk/>
          <pc:sldMk cId="2379396350" sldId="256"/>
        </pc:sldMkLst>
        <pc:spChg chg="add mod ord">
          <ac:chgData name="Noko Mathapo (RetailMass)" userId="181b541f-11fa-4d19-b68f-87dd71a7bfbd" providerId="ADAL" clId="{998644F1-91B5-447B-9654-F49064894322}" dt="2026-09-28T08:39:44.713" v="1108" actId="20577"/>
          <ac:spMkLst>
            <pc:docMk/>
            <pc:sldMk cId="2379396350" sldId="256"/>
            <ac:spMk id="8" creationId="{85A14EA7-DB2E-7C69-06FC-481C1B4E8F27}"/>
          </ac:spMkLst>
        </pc:spChg>
        <pc:spChg chg="add mod ord">
          <ac:chgData name="Noko Mathapo (RetailMass)" userId="181b541f-11fa-4d19-b68f-87dd71a7bfbd" providerId="ADAL" clId="{998644F1-91B5-447B-9654-F49064894322}" dt="2026-09-28T08:37:29.284" v="1061" actId="20577"/>
          <ac:spMkLst>
            <pc:docMk/>
            <pc:sldMk cId="2379396350" sldId="256"/>
            <ac:spMk id="9" creationId="{F59F7333-D81B-F834-0907-97818C5D543E}"/>
          </ac:spMkLst>
        </pc:spChg>
        <pc:spChg chg="add mod ord">
          <ac:chgData name="Noko Mathapo (RetailMass)" userId="181b541f-11fa-4d19-b68f-87dd71a7bfbd" providerId="ADAL" clId="{998644F1-91B5-447B-9654-F49064894322}" dt="2026-09-28T08:42:50.333" v="1110" actId="14100"/>
          <ac:spMkLst>
            <pc:docMk/>
            <pc:sldMk cId="2379396350" sldId="256"/>
            <ac:spMk id="11" creationId="{0F3E6E82-CE92-4B0F-344A-AFBB4E750454}"/>
          </ac:spMkLst>
        </pc:spChg>
        <pc:spChg chg="add mod ord">
          <ac:chgData name="Noko Mathapo (RetailMass)" userId="181b541f-11fa-4d19-b68f-87dd71a7bfbd" providerId="ADAL" clId="{998644F1-91B5-447B-9654-F49064894322}" dt="2026-09-28T08:43:16.925" v="1111" actId="1076"/>
          <ac:spMkLst>
            <pc:docMk/>
            <pc:sldMk cId="2379396350" sldId="256"/>
            <ac:spMk id="89" creationId="{4E7A7753-ADA7-FA31-6076-DC82F79F9817}"/>
          </ac:spMkLst>
        </pc:spChg>
        <pc:spChg chg="add mod">
          <ac:chgData name="Noko Mathapo (RetailMass)" userId="181b541f-11fa-4d19-b68f-87dd71a7bfbd" providerId="ADAL" clId="{998644F1-91B5-447B-9654-F49064894322}" dt="2026-09-28T06:23:37.039" v="988" actId="1076"/>
          <ac:spMkLst>
            <pc:docMk/>
            <pc:sldMk cId="2379396350" sldId="256"/>
            <ac:spMk id="92" creationId="{E535AA85-42B7-4507-74AE-00BA9C640DB5}"/>
          </ac:spMkLst>
        </pc:spChg>
      </pc:sldChg>
      <pc:sldChg chg="addSp delSp modSp add mod ord modNotes">
        <pc:chgData name="Noko Mathapo (RetailMass)" userId="181b541f-11fa-4d19-b68f-87dd71a7bfbd" providerId="ADAL" clId="{998644F1-91B5-447B-9654-F49064894322}" dt="2026-09-29T07:29:30.296" v="1400"/>
        <pc:sldMkLst>
          <pc:docMk/>
          <pc:sldMk cId="91084639" sldId="273"/>
        </pc:sldMkLst>
        <pc:spChg chg="add mod">
          <ac:chgData name="Noko Mathapo (RetailMass)" userId="181b541f-11fa-4d19-b68f-87dd71a7bfbd" providerId="ADAL" clId="{998644F1-91B5-447B-9654-F49064894322}" dt="2026-09-29T07:29:30.296" v="1400"/>
          <ac:spMkLst>
            <pc:docMk/>
            <pc:sldMk cId="91084639" sldId="273"/>
            <ac:spMk id="3" creationId="{13E3C199-0BDF-E01C-846D-151D6F9CE188}"/>
          </ac:spMkLst>
        </pc:spChg>
        <pc:spChg chg="mod">
          <ac:chgData name="Noko Mathapo (RetailMass)" userId="181b541f-11fa-4d19-b68f-87dd71a7bfbd" providerId="ADAL" clId="{998644F1-91B5-447B-9654-F49064894322}" dt="2026-09-29T06:37:04.350" v="1278" actId="1076"/>
          <ac:spMkLst>
            <pc:docMk/>
            <pc:sldMk cId="91084639" sldId="273"/>
            <ac:spMk id="783" creationId="{00000000-0000-0000-0000-000000000000}"/>
          </ac:spMkLst>
        </pc:spChg>
      </pc:sldChg>
      <pc:sldChg chg="addSp delSp modSp add mod">
        <pc:chgData name="Noko Mathapo (RetailMass)" userId="181b541f-11fa-4d19-b68f-87dd71a7bfbd" providerId="ADAL" clId="{998644F1-91B5-447B-9654-F49064894322}" dt="2026-09-28T23:35:07.121" v="1135" actId="20577"/>
        <pc:sldMkLst>
          <pc:docMk/>
          <pc:sldMk cId="2143064890" sldId="282"/>
        </pc:sldMkLst>
        <pc:spChg chg="mod">
          <ac:chgData name="Noko Mathapo (RetailMass)" userId="181b541f-11fa-4d19-b68f-87dd71a7bfbd" providerId="ADAL" clId="{998644F1-91B5-447B-9654-F49064894322}" dt="2026-09-28T23:35:07.121" v="1135" actId="20577"/>
          <ac:spMkLst>
            <pc:docMk/>
            <pc:sldMk cId="2143064890" sldId="282"/>
            <ac:spMk id="666" creationId="{80F0B381-CD7E-69EF-0A01-1E5B03DBC7C7}"/>
          </ac:spMkLst>
        </pc:spChg>
      </pc:sldChg>
      <pc:sldChg chg="addSp delSp modSp add mod ord">
        <pc:chgData name="Noko Mathapo (RetailMass)" userId="181b541f-11fa-4d19-b68f-87dd71a7bfbd" providerId="ADAL" clId="{998644F1-91B5-447B-9654-F49064894322}" dt="2026-09-29T06:16:10.826" v="1275" actId="20577"/>
        <pc:sldMkLst>
          <pc:docMk/>
          <pc:sldMk cId="840132799" sldId="283"/>
        </pc:sldMkLst>
        <pc:spChg chg="mod">
          <ac:chgData name="Noko Mathapo (RetailMass)" userId="181b541f-11fa-4d19-b68f-87dd71a7bfbd" providerId="ADAL" clId="{998644F1-91B5-447B-9654-F49064894322}" dt="2026-09-29T06:16:10.826" v="1275" actId="20577"/>
          <ac:spMkLst>
            <pc:docMk/>
            <pc:sldMk cId="840132799" sldId="283"/>
            <ac:spMk id="666" creationId="{42390A6F-AACC-A984-2683-453BB3360272}"/>
          </ac:spMkLst>
        </pc:spChg>
      </pc:sldChg>
      <pc:sldChg chg="modSp add mod">
        <pc:chgData name="Noko Mathapo (RetailMass)" userId="181b541f-11fa-4d19-b68f-87dd71a7bfbd" providerId="ADAL" clId="{998644F1-91B5-447B-9654-F49064894322}" dt="2026-09-28T23:34:43.767" v="1125" actId="20577"/>
        <pc:sldMkLst>
          <pc:docMk/>
          <pc:sldMk cId="1646783585" sldId="332"/>
        </pc:sldMkLst>
        <pc:spChg chg="mod ord">
          <ac:chgData name="Noko Mathapo (RetailMass)" userId="181b541f-11fa-4d19-b68f-87dd71a7bfbd" providerId="ADAL" clId="{998644F1-91B5-447B-9654-F49064894322}" dt="2026-09-28T23:34:43.767" v="1125" actId="20577"/>
          <ac:spMkLst>
            <pc:docMk/>
            <pc:sldMk cId="1646783585" sldId="332"/>
            <ac:spMk id="666" creationId="{7F907D6B-1877-60E8-44FB-62457918AFCB}"/>
          </ac:spMkLst>
        </pc:spChg>
        <pc:grpChg chg="mod">
          <ac:chgData name="Noko Mathapo (RetailMass)" userId="181b541f-11fa-4d19-b68f-87dd71a7bfbd" providerId="ADAL" clId="{998644F1-91B5-447B-9654-F49064894322}" dt="2026-09-28T23:34:39.654" v="1124" actId="1076"/>
          <ac:grpSpMkLst>
            <pc:docMk/>
            <pc:sldMk cId="1646783585" sldId="332"/>
            <ac:grpSpMk id="669" creationId="{566B2956-2878-DB7D-C0E8-634A4C20C354}"/>
          </ac:grpSpMkLst>
        </pc:grpChg>
      </pc:sldChg>
      <pc:sldChg chg="addSp delSp modSp new mod">
        <pc:chgData name="Noko Mathapo (RetailMass)" userId="181b541f-11fa-4d19-b68f-87dd71a7bfbd" providerId="ADAL" clId="{998644F1-91B5-447B-9654-F49064894322}" dt="2026-10-16T14:58:17.914" v="1432" actId="1076"/>
        <pc:sldMkLst>
          <pc:docMk/>
          <pc:sldMk cId="143325879" sldId="336"/>
        </pc:sldMkLst>
        <pc:picChg chg="add mod">
          <ac:chgData name="Noko Mathapo (RetailMass)" userId="181b541f-11fa-4d19-b68f-87dd71a7bfbd" providerId="ADAL" clId="{998644F1-91B5-447B-9654-F49064894322}" dt="2026-10-16T14:58:17.914" v="1432" actId="1076"/>
          <ac:picMkLst>
            <pc:docMk/>
            <pc:sldMk cId="143325879" sldId="336"/>
            <ac:picMk id="4" creationId="{04B5544B-269C-E4DA-BEE5-6B6972BD0FEF}"/>
          </ac:picMkLst>
        </pc:picChg>
      </pc:sldChg>
      <pc:sldChg chg="addSp modSp new mod">
        <pc:chgData name="Noko Mathapo (RetailMass)" userId="181b541f-11fa-4d19-b68f-87dd71a7bfbd" providerId="ADAL" clId="{998644F1-91B5-447B-9654-F49064894322}" dt="2026-10-16T14:59:28.632" v="1435" actId="1076"/>
        <pc:sldMkLst>
          <pc:docMk/>
          <pc:sldMk cId="2431085210" sldId="337"/>
        </pc:sldMkLst>
        <pc:picChg chg="add mod">
          <ac:chgData name="Noko Mathapo (RetailMass)" userId="181b541f-11fa-4d19-b68f-87dd71a7bfbd" providerId="ADAL" clId="{998644F1-91B5-447B-9654-F49064894322}" dt="2026-10-16T14:59:28.632" v="1435" actId="1076"/>
          <ac:picMkLst>
            <pc:docMk/>
            <pc:sldMk cId="2431085210" sldId="337"/>
            <ac:picMk id="4" creationId="{1A0212AB-FF89-00B4-B2E7-32EE7F51EF12}"/>
          </ac:picMkLst>
        </pc:picChg>
      </pc:sldChg>
      <pc:sldChg chg="new">
        <pc:chgData name="Noko Mathapo (RetailMass)" userId="181b541f-11fa-4d19-b68f-87dd71a7bfbd" providerId="ADAL" clId="{998644F1-91B5-447B-9654-F49064894322}" dt="2026-09-28T08:37:11.442" v="1058" actId="680"/>
        <pc:sldMkLst>
          <pc:docMk/>
          <pc:sldMk cId="785052348" sldId="338"/>
        </pc:sldMkLst>
      </pc:sldChg>
      <pc:sldChg chg="addSp delSp modSp new mod">
        <pc:chgData name="Noko Mathapo (RetailMass)" userId="181b541f-11fa-4d19-b68f-87dd71a7bfbd" providerId="ADAL" clId="{998644F1-91B5-447B-9654-F49064894322}" dt="2026-10-16T15:13:42.624" v="1436" actId="1076"/>
        <pc:sldMkLst>
          <pc:docMk/>
          <pc:sldMk cId="1858421412" sldId="339"/>
        </pc:sldMkLst>
        <pc:spChg chg="add mod">
          <ac:chgData name="Noko Mathapo (RetailMass)" userId="181b541f-11fa-4d19-b68f-87dd71a7bfbd" providerId="ADAL" clId="{998644F1-91B5-447B-9654-F49064894322}" dt="2026-09-29T07:39:44.801" v="1428" actId="122"/>
          <ac:spMkLst>
            <pc:docMk/>
            <pc:sldMk cId="1858421412" sldId="339"/>
            <ac:spMk id="2" creationId="{4F9396A5-5526-5B8C-99F3-3B7444B9F5E3}"/>
          </ac:spMkLst>
        </pc:spChg>
        <pc:spChg chg="add mod">
          <ac:chgData name="Noko Mathapo (RetailMass)" userId="181b541f-11fa-4d19-b68f-87dd71a7bfbd" providerId="ADAL" clId="{998644F1-91B5-447B-9654-F49064894322}" dt="2026-09-29T00:09:25.497" v="1170" actId="255"/>
          <ac:spMkLst>
            <pc:docMk/>
            <pc:sldMk cId="1858421412" sldId="339"/>
            <ac:spMk id="7" creationId="{D8590ED1-0F3B-B032-89F2-E6BD168788FB}"/>
          </ac:spMkLst>
        </pc:spChg>
        <pc:spChg chg="add mod">
          <ac:chgData name="Noko Mathapo (RetailMass)" userId="181b541f-11fa-4d19-b68f-87dd71a7bfbd" providerId="ADAL" clId="{998644F1-91B5-447B-9654-F49064894322}" dt="2026-09-29T00:09:49.435" v="1177" actId="1076"/>
          <ac:spMkLst>
            <pc:docMk/>
            <pc:sldMk cId="1858421412" sldId="339"/>
            <ac:spMk id="8" creationId="{754BBAB3-7D11-54B5-3899-66F5F256981E}"/>
          </ac:spMkLst>
        </pc:spChg>
        <pc:picChg chg="add mod">
          <ac:chgData name="Noko Mathapo (RetailMass)" userId="181b541f-11fa-4d19-b68f-87dd71a7bfbd" providerId="ADAL" clId="{998644F1-91B5-447B-9654-F49064894322}" dt="2026-09-29T00:09:00.060" v="1162" actId="1440"/>
          <ac:picMkLst>
            <pc:docMk/>
            <pc:sldMk cId="1858421412" sldId="339"/>
            <ac:picMk id="4" creationId="{31FFB1AB-4539-78F2-2EE1-024482C6C83D}"/>
          </ac:picMkLst>
        </pc:picChg>
        <pc:picChg chg="add mod">
          <ac:chgData name="Noko Mathapo (RetailMass)" userId="181b541f-11fa-4d19-b68f-87dd71a7bfbd" providerId="ADAL" clId="{998644F1-91B5-447B-9654-F49064894322}" dt="2026-10-16T15:13:42.624" v="1436" actId="1076"/>
          <ac:picMkLst>
            <pc:docMk/>
            <pc:sldMk cId="1858421412" sldId="339"/>
            <ac:picMk id="6" creationId="{82795123-1609-1A28-E5C4-CCD86FAD42F8}"/>
          </ac:picMkLst>
        </pc:picChg>
      </pc:sldChg>
      <pc:sldChg chg="modSp add mod">
        <pc:chgData name="Noko Mathapo (RetailMass)" userId="181b541f-11fa-4d19-b68f-87dd71a7bfbd" providerId="ADAL" clId="{998644F1-91B5-447B-9654-F49064894322}" dt="2026-09-29T07:09:07.257" v="1336" actId="20577"/>
        <pc:sldMkLst>
          <pc:docMk/>
          <pc:sldMk cId="1159983009" sldId="340"/>
        </pc:sldMkLst>
        <pc:spChg chg="mod">
          <ac:chgData name="Noko Mathapo (RetailMass)" userId="181b541f-11fa-4d19-b68f-87dd71a7bfbd" providerId="ADAL" clId="{998644F1-91B5-447B-9654-F49064894322}" dt="2026-09-29T07:09:07.257" v="1336" actId="20577"/>
          <ac:spMkLst>
            <pc:docMk/>
            <pc:sldMk cId="1159983009" sldId="340"/>
            <ac:spMk id="666" creationId="{2CACD50E-3AB7-4AB8-4C4C-4B0C727C40A5}"/>
          </ac:spMkLst>
        </pc:spChg>
      </pc:sldChg>
      <pc:sldChg chg="addSp delSp modSp add mod replId">
        <pc:chgData name="Noko Mathapo (RetailMass)" userId="181b541f-11fa-4d19-b68f-87dd71a7bfbd" providerId="ADAL" clId="{998644F1-91B5-447B-9654-F49064894322}" dt="2026-09-29T07:40:48.251" v="1429" actId="1076"/>
        <pc:sldMkLst>
          <pc:docMk/>
          <pc:sldMk cId="2285151102" sldId="341"/>
        </pc:sldMkLst>
        <pc:spChg chg="add mod">
          <ac:chgData name="Noko Mathapo (RetailMass)" userId="181b541f-11fa-4d19-b68f-87dd71a7bfbd" providerId="ADAL" clId="{998644F1-91B5-447B-9654-F49064894322}" dt="2026-09-29T00:19:48.414" v="1239" actId="207"/>
          <ac:spMkLst>
            <pc:docMk/>
            <pc:sldMk cId="2285151102" sldId="341"/>
            <ac:spMk id="5" creationId="{2A00567C-CDA0-82F1-F59B-AC65F35869A9}"/>
          </ac:spMkLst>
        </pc:spChg>
        <pc:picChg chg="add mod">
          <ac:chgData name="Noko Mathapo (RetailMass)" userId="181b541f-11fa-4d19-b68f-87dd71a7bfbd" providerId="ADAL" clId="{998644F1-91B5-447B-9654-F49064894322}" dt="2026-09-29T07:40:48.251" v="1429" actId="1076"/>
          <ac:picMkLst>
            <pc:docMk/>
            <pc:sldMk cId="2285151102" sldId="341"/>
            <ac:picMk id="4" creationId="{FC4DB830-9F85-2239-5291-039B0FA90228}"/>
          </ac:picMkLst>
        </pc:picChg>
      </pc:sldChg>
      <pc:sldChg chg="add">
        <pc:chgData name="Noko Mathapo (RetailMass)" userId="181b541f-11fa-4d19-b68f-87dd71a7bfbd" providerId="ADAL" clId="{998644F1-91B5-447B-9654-F49064894322}" dt="2026-09-29T06:15:58.929" v="1265" actId="2890"/>
        <pc:sldMkLst>
          <pc:docMk/>
          <pc:sldMk cId="1733203595" sldId="353"/>
        </pc:sldMkLst>
      </pc:sldChg>
      <pc:sldChg chg="modSp add mod ord">
        <pc:chgData name="Noko Mathapo (RetailMass)" userId="181b541f-11fa-4d19-b68f-87dd71a7bfbd" providerId="ADAL" clId="{998644F1-91B5-447B-9654-F49064894322}" dt="2026-09-29T07:11:19.352" v="1370"/>
        <pc:sldMkLst>
          <pc:docMk/>
          <pc:sldMk cId="1128173511" sldId="361"/>
        </pc:sldMkLst>
        <pc:spChg chg="mod">
          <ac:chgData name="Noko Mathapo (RetailMass)" userId="181b541f-11fa-4d19-b68f-87dd71a7bfbd" providerId="ADAL" clId="{998644F1-91B5-447B-9654-F49064894322}" dt="2026-09-29T07:10:20.523" v="1363" actId="20577"/>
          <ac:spMkLst>
            <pc:docMk/>
            <pc:sldMk cId="1128173511" sldId="361"/>
            <ac:spMk id="666" creationId="{B2B7A3D7-2928-E31B-1598-3427148D39F1}"/>
          </ac:spMkLst>
        </pc:spChg>
      </pc:sldChg>
      <pc:sldChg chg="delSp add mod ord">
        <pc:chgData name="Noko Mathapo (RetailMass)" userId="181b541f-11fa-4d19-b68f-87dd71a7bfbd" providerId="ADAL" clId="{998644F1-91B5-447B-9654-F49064894322}" dt="2026-09-29T07:11:19.352" v="1370"/>
        <pc:sldMkLst>
          <pc:docMk/>
          <pc:sldMk cId="4109543323" sldId="362"/>
        </pc:sldMkLst>
      </pc:sldChg>
      <pc:sldMasterChg chg="delSldLayout">
        <pc:chgData name="Noko Mathapo (RetailMass)" userId="181b541f-11fa-4d19-b68f-87dd71a7bfbd" providerId="ADAL" clId="{998644F1-91B5-447B-9654-F49064894322}" dt="2026-09-28T08:37:03.612" v="1057" actId="47"/>
        <pc:sldMasterMkLst>
          <pc:docMk/>
          <pc:sldMasterMk cId="4051355148" sldId="2147483894"/>
        </pc:sldMasterMkLst>
      </pc:sldMasterChg>
    </pc:docChg>
  </pc:docChgLst>
  <pc:docChgLst>
    <pc:chgData name="Jenniviv Mnisi (RetailMass)" userId="S::jenniviv.mnisi@sanlamsky.co.za::6def8dca-6c6c-4499-a9ab-9129c9342587" providerId="AD" clId="Web-{00000000-0000-0000-0000-000000000000}"/>
    <pc:docChg chg="addSld delSld modSld">
      <pc:chgData name="Jenniviv Mnisi (RetailMass)" userId="S::jenniviv.mnisi@sanlamsky.co.za::6def8dca-6c6c-4499-a9ab-9129c9342587" providerId="AD" clId="Web-{00000000-0000-0000-0000-000000000000}" dt="2026-09-29T07:56:00.643" v="805" actId="14100"/>
      <pc:docMkLst>
        <pc:docMk/>
      </pc:docMkLst>
      <pc:sldChg chg="addSp delSp modSp new">
        <pc:chgData name="Jenniviv Mnisi (RetailMass)" userId="S::jenniviv.mnisi@sanlamsky.co.za::6def8dca-6c6c-4499-a9ab-9129c9342587" providerId="AD" clId="Web-{00000000-0000-0000-0000-000000000000}" dt="2026-09-29T06:39:32.792" v="136" actId="1076"/>
        <pc:sldMkLst>
          <pc:docMk/>
          <pc:sldMk cId="4032617374" sldId="350"/>
        </pc:sldMkLst>
        <pc:spChg chg="mod">
          <ac:chgData name="Jenniviv Mnisi (RetailMass)" userId="S::jenniviv.mnisi@sanlamsky.co.za::6def8dca-6c6c-4499-a9ab-9129c9342587" providerId="AD" clId="Web-{00000000-0000-0000-0000-000000000000}" dt="2026-09-29T06:35:49.962" v="77" actId="14100"/>
          <ac:spMkLst>
            <pc:docMk/>
            <pc:sldMk cId="4032617374" sldId="350"/>
            <ac:spMk id="2" creationId="{85EAF40F-5C2A-6FEF-EBAD-0FCD6D733A12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6:27:55.723" v="49" actId="1076"/>
          <ac:spMkLst>
            <pc:docMk/>
            <pc:sldMk cId="4032617374" sldId="350"/>
            <ac:spMk id="7" creationId="{79EDF332-0FE6-6EC7-AD61-7489B4F8270D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6:36:47.603" v="102" actId="20577"/>
          <ac:spMkLst>
            <pc:docMk/>
            <pc:sldMk cId="4032617374" sldId="350"/>
            <ac:spMk id="12" creationId="{BE1B1F5A-4B09-79B7-629B-494345D42262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6:38:50.541" v="132" actId="20577"/>
          <ac:spMkLst>
            <pc:docMk/>
            <pc:sldMk cId="4032617374" sldId="350"/>
            <ac:spMk id="14" creationId="{AF5F4810-FED5-F669-A6A4-7B9C5034D3FE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6:39:32.792" v="136" actId="1076"/>
          <ac:picMkLst>
            <pc:docMk/>
            <pc:sldMk cId="4032617374" sldId="350"/>
            <ac:picMk id="4" creationId="{FA6F11BB-7E3D-CBE9-2C28-6C9D7E7F7CD4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7:40.041" v="103" actId="14100"/>
          <ac:picMkLst>
            <pc:docMk/>
            <pc:sldMk cId="4032617374" sldId="350"/>
            <ac:picMk id="6" creationId="{58AE4020-E4BB-3C15-97FD-D81107A4EF8E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6:41.603" v="100" actId="1076"/>
          <ac:picMkLst>
            <pc:docMk/>
            <pc:sldMk cId="4032617374" sldId="350"/>
            <ac:picMk id="10" creationId="{5841EDB4-27F6-9006-1417-A0FFDFED8D37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5:25.040" v="76" actId="1076"/>
          <ac:picMkLst>
            <pc:docMk/>
            <pc:sldMk cId="4032617374" sldId="350"/>
            <ac:picMk id="11" creationId="{C2E7A4A6-7E6B-94C5-164A-61643001578C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38:54.385" v="133" actId="1076"/>
          <ac:picMkLst>
            <pc:docMk/>
            <pc:sldMk cId="4032617374" sldId="350"/>
            <ac:picMk id="13" creationId="{00D4678A-9FCC-77E2-0281-6105DA88DED0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53:52.751" v="795" actId="14100"/>
        <pc:sldMkLst>
          <pc:docMk/>
          <pc:sldMk cId="282207497" sldId="351"/>
        </pc:sldMkLst>
        <pc:spChg chg="mod">
          <ac:chgData name="Jenniviv Mnisi (RetailMass)" userId="S::jenniviv.mnisi@sanlamsky.co.za::6def8dca-6c6c-4499-a9ab-9129c9342587" providerId="AD" clId="Web-{00000000-0000-0000-0000-000000000000}" dt="2026-09-29T07:48:19.951" v="734" actId="20577"/>
          <ac:spMkLst>
            <pc:docMk/>
            <pc:sldMk cId="282207497" sldId="351"/>
            <ac:spMk id="2" creationId="{B678B44D-8578-F8CE-3E85-7AE976E30D05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6:47:05.592" v="187" actId="1076"/>
          <ac:spMkLst>
            <pc:docMk/>
            <pc:sldMk cId="282207497" sldId="351"/>
            <ac:spMk id="6" creationId="{81A115AF-155E-E61F-536E-4F30F0ECEF5C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51:49.250" v="758" actId="20577"/>
          <ac:spMkLst>
            <pc:docMk/>
            <pc:sldMk cId="282207497" sldId="351"/>
            <ac:spMk id="8" creationId="{22EDB182-1065-38A9-CCEA-2F2A09E3079E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53:52.751" v="795" actId="14100"/>
          <ac:spMkLst>
            <pc:docMk/>
            <pc:sldMk cId="282207497" sldId="351"/>
            <ac:spMk id="10" creationId="{19DA50D2-B4FF-4B7D-9928-6780E92C2233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52:56.766" v="761" actId="14100"/>
          <ac:picMkLst>
            <pc:docMk/>
            <pc:sldMk cId="282207497" sldId="351"/>
            <ac:picMk id="3" creationId="{8C751591-C20E-5EAE-6290-ABC02E521164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48:15.796" v="222" actId="14100"/>
          <ac:picMkLst>
            <pc:docMk/>
            <pc:sldMk cId="282207497" sldId="351"/>
            <ac:picMk id="5" creationId="{7F728FE9-A69A-9783-85F6-4884BD84DDB1}"/>
          </ac:picMkLst>
        </pc:picChg>
        <pc:picChg chg="add mod">
          <ac:chgData name="Jenniviv Mnisi (RetailMass)" userId="S::jenniviv.mnisi@sanlamsky.co.za::6def8dca-6c6c-4499-a9ab-9129c9342587" providerId="AD" clId="Web-{00000000-0000-0000-0000-000000000000}" dt="2026-09-29T06:48:09.405" v="220" actId="14100"/>
          <ac:picMkLst>
            <pc:docMk/>
            <pc:sldMk cId="282207497" sldId="351"/>
            <ac:picMk id="7" creationId="{827ABA5A-7190-BB82-9410-1CB397409CBC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56:00.643" v="805" actId="14100"/>
        <pc:sldMkLst>
          <pc:docMk/>
          <pc:sldMk cId="665389860" sldId="356"/>
        </pc:sldMkLst>
        <pc:spChg chg="mod">
          <ac:chgData name="Jenniviv Mnisi (RetailMass)" userId="S::jenniviv.mnisi@sanlamsky.co.za::6def8dca-6c6c-4499-a9ab-9129c9342587" providerId="AD" clId="Web-{00000000-0000-0000-0000-000000000000}" dt="2026-09-29T07:56:00.643" v="805" actId="14100"/>
          <ac:spMkLst>
            <pc:docMk/>
            <pc:sldMk cId="665389860" sldId="356"/>
            <ac:spMk id="2" creationId="{F685B017-C45D-AE88-41E1-8FE1736403BB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1:24.225" v="349" actId="20577"/>
          <ac:spMkLst>
            <pc:docMk/>
            <pc:sldMk cId="665389860" sldId="356"/>
            <ac:spMk id="3" creationId="{88A4FDB9-57A4-189A-4C94-104A33C3FEBB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2:04.100" v="359" actId="20577"/>
          <ac:spMkLst>
            <pc:docMk/>
            <pc:sldMk cId="665389860" sldId="356"/>
            <ac:spMk id="5" creationId="{D59A69CE-A2E1-0914-0B4E-634D44B626F0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1:45.334" v="356" actId="14100"/>
          <ac:spMkLst>
            <pc:docMk/>
            <pc:sldMk cId="665389860" sldId="356"/>
            <ac:spMk id="6" creationId="{D23F07B4-67D1-70FF-F747-1C62B42C39F7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3:22.398" v="374" actId="14100"/>
          <ac:spMkLst>
            <pc:docMk/>
            <pc:sldMk cId="665389860" sldId="356"/>
            <ac:spMk id="7" creationId="{75E93539-56E8-5773-5165-6F145FA7F33C}"/>
          </ac:spMkLst>
        </pc:spChg>
      </pc:sldChg>
      <pc:sldChg chg="addSp modSp new">
        <pc:chgData name="Jenniviv Mnisi (RetailMass)" userId="S::jenniviv.mnisi@sanlamsky.co.za::6def8dca-6c6c-4499-a9ab-9129c9342587" providerId="AD" clId="Web-{00000000-0000-0000-0000-000000000000}" dt="2026-09-29T07:07:32.603" v="427" actId="20577"/>
        <pc:sldMkLst>
          <pc:docMk/>
          <pc:sldMk cId="2928671015" sldId="359"/>
        </pc:sldMkLst>
        <pc:spChg chg="mod">
          <ac:chgData name="Jenniviv Mnisi (RetailMass)" userId="S::jenniviv.mnisi@sanlamsky.co.za::6def8dca-6c6c-4499-a9ab-9129c9342587" providerId="AD" clId="Web-{00000000-0000-0000-0000-000000000000}" dt="2026-09-29T07:07:32.603" v="427" actId="20577"/>
          <ac:spMkLst>
            <pc:docMk/>
            <pc:sldMk cId="2928671015" sldId="359"/>
            <ac:spMk id="2" creationId="{7C64D955-121E-5F04-194A-23C91960390E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07:13.196" v="422" actId="20577"/>
          <ac:spMkLst>
            <pc:docMk/>
            <pc:sldMk cId="2928671015" sldId="359"/>
            <ac:spMk id="3" creationId="{B942D66A-9E86-8A20-20F8-54135659EAF8}"/>
          </ac:spMkLst>
        </pc:spChg>
      </pc:sldChg>
      <pc:sldChg chg="addSp modSp">
        <pc:chgData name="Jenniviv Mnisi (RetailMass)" userId="S::jenniviv.mnisi@sanlamsky.co.za::6def8dca-6c6c-4499-a9ab-9129c9342587" providerId="AD" clId="Web-{00000000-0000-0000-0000-000000000000}" dt="2026-09-29T07:18:27.546" v="514" actId="20577"/>
        <pc:sldMkLst>
          <pc:docMk/>
          <pc:sldMk cId="4109543323" sldId="362"/>
        </pc:sldMkLst>
        <pc:spChg chg="add mod">
          <ac:chgData name="Jenniviv Mnisi (RetailMass)" userId="S::jenniviv.mnisi@sanlamsky.co.za::6def8dca-6c6c-4499-a9ab-9129c9342587" providerId="AD" clId="Web-{00000000-0000-0000-0000-000000000000}" dt="2026-09-29T07:18:27.546" v="514" actId="20577"/>
          <ac:spMkLst>
            <pc:docMk/>
            <pc:sldMk cId="4109543323" sldId="362"/>
            <ac:spMk id="3" creationId="{422A18D3-9D93-9B26-428E-70AEAD37D9F7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17:03.857" v="472" actId="1076"/>
          <ac:picMkLst>
            <pc:docMk/>
            <pc:sldMk cId="4109543323" sldId="362"/>
            <ac:picMk id="2" creationId="{7AC9897A-F984-9733-9E35-9A8DFCC058DA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15:32.763" v="469" actId="20577"/>
        <pc:sldMkLst>
          <pc:docMk/>
          <pc:sldMk cId="54313098" sldId="363"/>
        </pc:sldMkLst>
        <pc:spChg chg="mod">
          <ac:chgData name="Jenniviv Mnisi (RetailMass)" userId="S::jenniviv.mnisi@sanlamsky.co.za::6def8dca-6c6c-4499-a9ab-9129c9342587" providerId="AD" clId="Web-{00000000-0000-0000-0000-000000000000}" dt="2026-09-29T07:15:32.763" v="469" actId="20577"/>
          <ac:spMkLst>
            <pc:docMk/>
            <pc:sldMk cId="54313098" sldId="363"/>
            <ac:spMk id="4" creationId="{69E325D6-3302-EC0F-B9B7-A67CB41B2331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14:33.044" v="436" actId="1076"/>
          <ac:picMkLst>
            <pc:docMk/>
            <pc:sldMk cId="54313098" sldId="363"/>
            <ac:picMk id="5" creationId="{B5621DE2-0B63-57C3-53D3-F14C7D90F4A2}"/>
          </ac:picMkLst>
        </pc:picChg>
      </pc:sldChg>
      <pc:sldChg chg="addSp modSp new">
        <pc:chgData name="Jenniviv Mnisi (RetailMass)" userId="S::jenniviv.mnisi@sanlamsky.co.za::6def8dca-6c6c-4499-a9ab-9129c9342587" providerId="AD" clId="Web-{00000000-0000-0000-0000-000000000000}" dt="2026-09-29T07:19:56.922" v="542" actId="1076"/>
        <pc:sldMkLst>
          <pc:docMk/>
          <pc:sldMk cId="1613741727" sldId="364"/>
        </pc:sldMkLst>
        <pc:spChg chg="mod">
          <ac:chgData name="Jenniviv Mnisi (RetailMass)" userId="S::jenniviv.mnisi@sanlamsky.co.za::6def8dca-6c6c-4499-a9ab-9129c9342587" providerId="AD" clId="Web-{00000000-0000-0000-0000-000000000000}" dt="2026-09-29T07:19:39.187" v="536" actId="1076"/>
          <ac:spMkLst>
            <pc:docMk/>
            <pc:sldMk cId="1613741727" sldId="364"/>
            <ac:spMk id="2" creationId="{DDE7BFAD-29B8-30F8-D102-488087DAF609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19:56.922" v="542" actId="1076"/>
          <ac:picMkLst>
            <pc:docMk/>
            <pc:sldMk cId="1613741727" sldId="364"/>
            <ac:picMk id="3" creationId="{E37C046F-1FC4-2DB7-FB69-4E15F4A5AABB}"/>
          </ac:picMkLst>
        </pc:picChg>
      </pc:sldChg>
      <pc:sldChg chg="addSp modSp new mod modClrScheme chgLayout">
        <pc:chgData name="Jenniviv Mnisi (RetailMass)" userId="S::jenniviv.mnisi@sanlamsky.co.za::6def8dca-6c6c-4499-a9ab-9129c9342587" providerId="AD" clId="Web-{00000000-0000-0000-0000-000000000000}" dt="2026-09-29T07:22:38.610" v="569"/>
        <pc:sldMkLst>
          <pc:docMk/>
          <pc:sldMk cId="634948933" sldId="365"/>
        </pc:sldMkLst>
        <pc:spChg chg="mod">
          <ac:chgData name="Jenniviv Mnisi (RetailMass)" userId="S::jenniviv.mnisi@sanlamsky.co.za::6def8dca-6c6c-4499-a9ab-9129c9342587" providerId="AD" clId="Web-{00000000-0000-0000-0000-000000000000}" dt="2026-09-29T07:22:38.610" v="569"/>
          <ac:spMkLst>
            <pc:docMk/>
            <pc:sldMk cId="634948933" sldId="365"/>
            <ac:spMk id="2" creationId="{BD39EC6C-E7C5-6B8A-7E26-25F0E8CFD02A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22:38.610" v="569"/>
          <ac:picMkLst>
            <pc:docMk/>
            <pc:sldMk cId="634948933" sldId="365"/>
            <ac:picMk id="3" creationId="{1B7F2623-896B-3C9B-B815-730A31FD2E97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27:35.753" v="612" actId="14100"/>
        <pc:sldMkLst>
          <pc:docMk/>
          <pc:sldMk cId="4160338859" sldId="366"/>
        </pc:sldMkLst>
        <pc:spChg chg="mod">
          <ac:chgData name="Jenniviv Mnisi (RetailMass)" userId="S::jenniviv.mnisi@sanlamsky.co.za::6def8dca-6c6c-4499-a9ab-9129c9342587" providerId="AD" clId="Web-{00000000-0000-0000-0000-000000000000}" dt="2026-09-29T07:27:31.503" v="611" actId="14100"/>
          <ac:spMkLst>
            <pc:docMk/>
            <pc:sldMk cId="4160338859" sldId="366"/>
            <ac:spMk id="2" creationId="{244B81A8-BA8E-4F0F-E1C7-CD4B6F7A55FF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27:35.753" v="612" actId="14100"/>
          <ac:picMkLst>
            <pc:docMk/>
            <pc:sldMk cId="4160338859" sldId="366"/>
            <ac:picMk id="4" creationId="{9C312EC7-FD8E-BB0B-31E7-11DC81683083}"/>
          </ac:picMkLst>
        </pc:picChg>
      </pc:sldChg>
      <pc:sldChg chg="addSp modSp new">
        <pc:chgData name="Jenniviv Mnisi (RetailMass)" userId="S::jenniviv.mnisi@sanlamsky.co.za::6def8dca-6c6c-4499-a9ab-9129c9342587" providerId="AD" clId="Web-{00000000-0000-0000-0000-000000000000}" dt="2026-09-29T07:31:30.630" v="650" actId="14100"/>
        <pc:sldMkLst>
          <pc:docMk/>
          <pc:sldMk cId="2109615626" sldId="367"/>
        </pc:sldMkLst>
        <pc:spChg chg="mod">
          <ac:chgData name="Jenniviv Mnisi (RetailMass)" userId="S::jenniviv.mnisi@sanlamsky.co.za::6def8dca-6c6c-4499-a9ab-9129c9342587" providerId="AD" clId="Web-{00000000-0000-0000-0000-000000000000}" dt="2026-09-29T07:31:22.943" v="649" actId="20577"/>
          <ac:spMkLst>
            <pc:docMk/>
            <pc:sldMk cId="2109615626" sldId="367"/>
            <ac:spMk id="2" creationId="{FBDE6874-30BD-6499-C79F-B0655C8C4C5D}"/>
          </ac:spMkLst>
        </pc:spChg>
        <pc:picChg chg="add mod">
          <ac:chgData name="Jenniviv Mnisi (RetailMass)" userId="S::jenniviv.mnisi@sanlamsky.co.za::6def8dca-6c6c-4499-a9ab-9129c9342587" providerId="AD" clId="Web-{00000000-0000-0000-0000-000000000000}" dt="2026-09-29T07:31:30.630" v="650" actId="14100"/>
          <ac:picMkLst>
            <pc:docMk/>
            <pc:sldMk cId="2109615626" sldId="367"/>
            <ac:picMk id="3" creationId="{3926D101-1E48-F5B3-7394-78523F5CE607}"/>
          </ac:picMkLst>
        </pc:picChg>
      </pc:sldChg>
      <pc:sldChg chg="addSp delSp modSp new">
        <pc:chgData name="Jenniviv Mnisi (RetailMass)" userId="S::jenniviv.mnisi@sanlamsky.co.za::6def8dca-6c6c-4499-a9ab-9129c9342587" providerId="AD" clId="Web-{00000000-0000-0000-0000-000000000000}" dt="2026-09-29T07:39:28.822" v="733" actId="14100"/>
        <pc:sldMkLst>
          <pc:docMk/>
          <pc:sldMk cId="1235334938" sldId="368"/>
        </pc:sldMkLst>
        <pc:spChg chg="mod">
          <ac:chgData name="Jenniviv Mnisi (RetailMass)" userId="S::jenniviv.mnisi@sanlamsky.co.za::6def8dca-6c6c-4499-a9ab-9129c9342587" providerId="AD" clId="Web-{00000000-0000-0000-0000-000000000000}" dt="2026-09-29T07:35:04.726" v="661" actId="1076"/>
          <ac:spMkLst>
            <pc:docMk/>
            <pc:sldMk cId="1235334938" sldId="368"/>
            <ac:spMk id="2" creationId="{3A086E9B-1F75-1666-3905-BECD3DEBDC55}"/>
          </ac:spMkLst>
        </pc:spChg>
        <pc:spChg chg="add mod">
          <ac:chgData name="Jenniviv Mnisi (RetailMass)" userId="S::jenniviv.mnisi@sanlamsky.co.za::6def8dca-6c6c-4499-a9ab-9129c9342587" providerId="AD" clId="Web-{00000000-0000-0000-0000-000000000000}" dt="2026-09-29T07:39:28.822" v="733" actId="14100"/>
          <ac:spMkLst>
            <pc:docMk/>
            <pc:sldMk cId="1235334938" sldId="368"/>
            <ac:spMk id="4" creationId="{CF3DE774-8BC3-A83E-7D33-A3A6026EAE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21D87-9028-4817-95F7-CDD6ABAD5299}" type="datetimeFigureOut">
              <a:rPr lang="en-ZA" smtClean="0"/>
              <a:t>12/10/2026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1035A-C37B-47E7-A0C8-572F691F818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445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151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46AF2D76-E028-6956-4A9C-44D63CEAC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C58CC2D6-C7A7-E646-0FE6-D21440B24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377D4063-8BD7-5F2C-05E3-F0893D8834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375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367D5FD8-F646-741D-D923-435B070A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467E4909-ACB2-1D8C-34E8-CC4B31D88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629408A9-6571-7194-08E0-034E3B123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520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7A7C3B4F-029C-82E3-949A-4A0F96831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666C215F-460E-88B2-9A6C-5FE55D394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CD50D3E9-A20B-28FA-6DD5-941C23AA5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0725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4682E50A-0788-A504-CD83-82F9740B9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4C3A40F0-3A6D-B7A1-F655-BB2E228D1A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7BC15FF0-52D2-12F8-B788-7C4BF3326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5173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459A271F-375F-ECAF-A42C-34FC5B26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3AC808F7-0175-1403-3518-E82D62114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5D6AEB7A-CFCB-24F2-E169-4C017F3D1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4776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>
          <a:extLst>
            <a:ext uri="{FF2B5EF4-FFF2-40B4-BE49-F238E27FC236}">
              <a16:creationId xmlns:a16="http://schemas.microsoft.com/office/drawing/2014/main" id="{216D8FB4-2651-9556-C1B6-3C7BCE00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>
            <a:extLst>
              <a:ext uri="{FF2B5EF4-FFF2-40B4-BE49-F238E27FC236}">
                <a16:creationId xmlns:a16="http://schemas.microsoft.com/office/drawing/2014/main" id="{C8DAB292-0F65-8A89-89BB-B316BC9AA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>
            <a:extLst>
              <a:ext uri="{FF2B5EF4-FFF2-40B4-BE49-F238E27FC236}">
                <a16:creationId xmlns:a16="http://schemas.microsoft.com/office/drawing/2014/main" id="{DAA41B9C-B2B6-E498-4846-B6CE84282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3654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192819" y="-3663367"/>
            <a:ext cx="16371624" cy="13967739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50967" y="3513133"/>
            <a:ext cx="5150000" cy="18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333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950967" y="5294397"/>
            <a:ext cx="51500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4466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61433" y="3959200"/>
            <a:ext cx="6079600" cy="17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467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5161433" y="3234300"/>
            <a:ext cx="1329200" cy="93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867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5161433" y="5638667"/>
            <a:ext cx="60796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4216865" y="-3605237"/>
            <a:ext cx="17554151" cy="14992567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433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2123485" y="-2455470"/>
            <a:ext cx="16513877" cy="13016203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rot="1287706" flipH="1">
              <a:off x="7067490" y="-1325546"/>
              <a:ext cx="3339997" cy="2739156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66957" y="5590029"/>
            <a:ext cx="1946235" cy="1456471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81" extrusionOk="0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69" extrusionOk="0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avLst/>
                <a:gdLst/>
                <a:ahLst/>
                <a:cxnLst/>
                <a:rect l="l" t="t" r="r" b="b"/>
                <a:pathLst>
                  <a:path w="89" h="93" extrusionOk="0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26" extrusionOk="0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avLst/>
                <a:gdLst/>
                <a:ahLst/>
                <a:cxnLst/>
                <a:rect l="l" t="t" r="r" b="b"/>
                <a:pathLst>
                  <a:path w="359" h="376" extrusionOk="0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avLst/>
                <a:gdLst/>
                <a:ahLst/>
                <a:cxnLst/>
                <a:rect l="l" t="t" r="r" b="b"/>
                <a:pathLst>
                  <a:path w="358" h="279" extrusionOk="0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avLst/>
                <a:gdLst/>
                <a:ahLst/>
                <a:cxnLst/>
                <a:rect l="l" t="t" r="r" b="b"/>
                <a:pathLst>
                  <a:path w="589" h="588" extrusionOk="0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8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540" extrusionOk="0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avLst/>
                <a:gdLst/>
                <a:ahLst/>
                <a:cxnLst/>
                <a:rect l="l" t="t" r="r" b="b"/>
                <a:pathLst>
                  <a:path w="371" h="496" extrusionOk="0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avLst/>
                <a:gdLst/>
                <a:ahLst/>
                <a:cxnLst/>
                <a:rect l="l" t="t" r="r" b="b"/>
                <a:pathLst>
                  <a:path w="755" h="755" extrusionOk="0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1"/>
          </p:nvPr>
        </p:nvSpPr>
        <p:spPr>
          <a:xfrm>
            <a:off x="6653103" y="3606036"/>
            <a:ext cx="41892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2"/>
          </p:nvPr>
        </p:nvSpPr>
        <p:spPr>
          <a:xfrm>
            <a:off x="1349767" y="3606036"/>
            <a:ext cx="4189200" cy="1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subTitle" idx="3"/>
          </p:nvPr>
        </p:nvSpPr>
        <p:spPr>
          <a:xfrm>
            <a:off x="1349767" y="2616600"/>
            <a:ext cx="4189200" cy="11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ubTitle" idx="4"/>
          </p:nvPr>
        </p:nvSpPr>
        <p:spPr>
          <a:xfrm>
            <a:off x="6653109" y="2616600"/>
            <a:ext cx="4189200" cy="11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7" name="Google Shape;87;p5"/>
          <p:cNvGrpSpPr/>
          <p:nvPr/>
        </p:nvGrpSpPr>
        <p:grpSpPr>
          <a:xfrm>
            <a:off x="2086237" y="-97210"/>
            <a:ext cx="9463409" cy="6450804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54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-2682919" y="-4010927"/>
            <a:ext cx="17721704" cy="13830981"/>
            <a:chOff x="-2012189" y="-3008195"/>
            <a:chExt cx="13291278" cy="10373236"/>
          </a:xfrm>
        </p:grpSpPr>
        <p:sp>
          <p:nvSpPr>
            <p:cNvPr id="186" name="Google Shape;186;p8"/>
            <p:cNvSpPr/>
            <p:nvPr/>
          </p:nvSpPr>
          <p:spPr>
            <a:xfrm rot="-7883097">
              <a:off x="5052852" y="1477342"/>
              <a:ext cx="5631856" cy="4125620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-8306489">
              <a:off x="808757" y="-22356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-2526298">
              <a:off x="-1507395" y="3898776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>
            <a:spLocks noGrp="1"/>
          </p:cNvSpPr>
          <p:nvPr>
            <p:ph type="title"/>
          </p:nvPr>
        </p:nvSpPr>
        <p:spPr>
          <a:xfrm>
            <a:off x="950967" y="2207100"/>
            <a:ext cx="6559600" cy="25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007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>
            <a:spLocks noGrp="1"/>
          </p:cNvSpPr>
          <p:nvPr>
            <p:ph type="pic" idx="2"/>
          </p:nvPr>
        </p:nvSpPr>
        <p:spPr>
          <a:xfrm>
            <a:off x="1" y="-18300"/>
            <a:ext cx="12192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0"/>
          <p:cNvSpPr txBox="1">
            <a:spLocks noGrp="1"/>
          </p:cNvSpPr>
          <p:nvPr>
            <p:ph type="title"/>
          </p:nvPr>
        </p:nvSpPr>
        <p:spPr>
          <a:xfrm>
            <a:off x="1329400" y="5454200"/>
            <a:ext cx="95332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421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15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3"/>
          <p:cNvGrpSpPr/>
          <p:nvPr/>
        </p:nvGrpSpPr>
        <p:grpSpPr>
          <a:xfrm>
            <a:off x="-1605328" y="-1697440"/>
            <a:ext cx="15963439" cy="11418253"/>
            <a:chOff x="-1203996" y="-1273080"/>
            <a:chExt cx="11972579" cy="8563690"/>
          </a:xfrm>
        </p:grpSpPr>
        <p:sp>
          <p:nvSpPr>
            <p:cNvPr id="240" name="Google Shape;240;p13"/>
            <p:cNvSpPr/>
            <p:nvPr/>
          </p:nvSpPr>
          <p:spPr>
            <a:xfrm rot="-6823997">
              <a:off x="7481480" y="4165470"/>
              <a:ext cx="3098928" cy="2433855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 rot="-3948904" flipH="1">
              <a:off x="-1026291" y="-790996"/>
              <a:ext cx="2252181" cy="184703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1"/>
          </p:nvPr>
        </p:nvSpPr>
        <p:spPr>
          <a:xfrm>
            <a:off x="1176200" y="3810785"/>
            <a:ext cx="3145600" cy="1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2"/>
          </p:nvPr>
        </p:nvSpPr>
        <p:spPr>
          <a:xfrm>
            <a:off x="4525005" y="3810785"/>
            <a:ext cx="3142000" cy="1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subTitle" idx="3"/>
          </p:nvPr>
        </p:nvSpPr>
        <p:spPr>
          <a:xfrm>
            <a:off x="7870195" y="3810783"/>
            <a:ext cx="3145600" cy="1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subTitle" idx="4"/>
          </p:nvPr>
        </p:nvSpPr>
        <p:spPr>
          <a:xfrm>
            <a:off x="1176200" y="2832084"/>
            <a:ext cx="31456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5"/>
          </p:nvPr>
        </p:nvSpPr>
        <p:spPr>
          <a:xfrm>
            <a:off x="4525009" y="2832084"/>
            <a:ext cx="31456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6"/>
          </p:nvPr>
        </p:nvSpPr>
        <p:spPr>
          <a:xfrm>
            <a:off x="7870185" y="2832084"/>
            <a:ext cx="3145600" cy="11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49" name="Google Shape;249;p13"/>
          <p:cNvGrpSpPr/>
          <p:nvPr/>
        </p:nvGrpSpPr>
        <p:grpSpPr>
          <a:xfrm>
            <a:off x="9959145" y="5627572"/>
            <a:ext cx="1661459" cy="1589411"/>
            <a:chOff x="7469359" y="4220679"/>
            <a:chExt cx="1246094" cy="1192058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287178" y="4220679"/>
              <a:ext cx="428274" cy="605851"/>
              <a:chOff x="6000261" y="1225220"/>
              <a:chExt cx="627600" cy="887824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 rot="-2376894">
              <a:off x="7642278" y="4631693"/>
              <a:ext cx="471966" cy="712375"/>
              <a:chOff x="2047101" y="2145599"/>
              <a:chExt cx="407553" cy="615151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" name="Google Shape;295;p13"/>
          <p:cNvGrpSpPr/>
          <p:nvPr/>
        </p:nvGrpSpPr>
        <p:grpSpPr>
          <a:xfrm>
            <a:off x="215937" y="227167"/>
            <a:ext cx="11775649" cy="5165493"/>
            <a:chOff x="161952" y="170375"/>
            <a:chExt cx="8831737" cy="3874120"/>
          </a:xfrm>
        </p:grpSpPr>
        <p:sp>
          <p:nvSpPr>
            <p:cNvPr id="296" name="Google Shape;296;p13"/>
            <p:cNvSpPr/>
            <p:nvPr/>
          </p:nvSpPr>
          <p:spPr>
            <a:xfrm>
              <a:off x="8667014" y="3722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61952" y="77592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96450" y="170375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173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2032500" y="2746924"/>
            <a:ext cx="39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7225433" y="2746924"/>
            <a:ext cx="39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2032500" y="4956233"/>
            <a:ext cx="39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7225433" y="4956233"/>
            <a:ext cx="394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1145700" y="1899033"/>
            <a:ext cx="89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1145700" y="4107565"/>
            <a:ext cx="8900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6338636" y="1899033"/>
            <a:ext cx="8868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6338636" y="4107565"/>
            <a:ext cx="8868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2032500" y="1902033"/>
            <a:ext cx="3944000" cy="10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7225433" y="1902033"/>
            <a:ext cx="3944000" cy="10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2032500" y="4110663"/>
            <a:ext cx="3944000" cy="10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7225433" y="4110663"/>
            <a:ext cx="3944000" cy="100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383656" y="-2980781"/>
            <a:ext cx="15072883" cy="11046220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65905" y="5310828"/>
            <a:ext cx="2036679" cy="1776149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524437" y="133334"/>
            <a:ext cx="11331567" cy="5837393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375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1"/>
          </p:nvPr>
        </p:nvSpPr>
        <p:spPr>
          <a:xfrm>
            <a:off x="1029884" y="2575099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2"/>
          </p:nvPr>
        </p:nvSpPr>
        <p:spPr>
          <a:xfrm>
            <a:off x="4406284" y="2575099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3"/>
          </p:nvPr>
        </p:nvSpPr>
        <p:spPr>
          <a:xfrm>
            <a:off x="1029884" y="4855467"/>
            <a:ext cx="33764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15"/>
          <p:cNvSpPr txBox="1">
            <a:spLocks noGrp="1"/>
          </p:cNvSpPr>
          <p:nvPr>
            <p:ph type="subTitle" idx="4"/>
          </p:nvPr>
        </p:nvSpPr>
        <p:spPr>
          <a:xfrm>
            <a:off x="4406284" y="4855467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7" name="Google Shape;347;p15"/>
          <p:cNvSpPr txBox="1">
            <a:spLocks noGrp="1"/>
          </p:cNvSpPr>
          <p:nvPr>
            <p:ph type="subTitle" idx="5"/>
          </p:nvPr>
        </p:nvSpPr>
        <p:spPr>
          <a:xfrm>
            <a:off x="7783484" y="2575100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15"/>
          <p:cNvSpPr txBox="1">
            <a:spLocks noGrp="1"/>
          </p:cNvSpPr>
          <p:nvPr>
            <p:ph type="subTitle" idx="6"/>
          </p:nvPr>
        </p:nvSpPr>
        <p:spPr>
          <a:xfrm>
            <a:off x="7783484" y="4855467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9" name="Google Shape;349;p15"/>
          <p:cNvSpPr txBox="1">
            <a:spLocks noGrp="1"/>
          </p:cNvSpPr>
          <p:nvPr>
            <p:ph type="subTitle" idx="7"/>
          </p:nvPr>
        </p:nvSpPr>
        <p:spPr>
          <a:xfrm>
            <a:off x="1031371" y="1664133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15"/>
          <p:cNvSpPr txBox="1">
            <a:spLocks noGrp="1"/>
          </p:cNvSpPr>
          <p:nvPr>
            <p:ph type="subTitle" idx="8"/>
          </p:nvPr>
        </p:nvSpPr>
        <p:spPr>
          <a:xfrm>
            <a:off x="4407717" y="1664133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1" name="Google Shape;351;p15"/>
          <p:cNvSpPr txBox="1">
            <a:spLocks noGrp="1"/>
          </p:cNvSpPr>
          <p:nvPr>
            <p:ph type="subTitle" idx="9"/>
          </p:nvPr>
        </p:nvSpPr>
        <p:spPr>
          <a:xfrm>
            <a:off x="7784917" y="1664133"/>
            <a:ext cx="33772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2" name="Google Shape;352;p15"/>
          <p:cNvSpPr txBox="1">
            <a:spLocks noGrp="1"/>
          </p:cNvSpPr>
          <p:nvPr>
            <p:ph type="subTitle" idx="13"/>
          </p:nvPr>
        </p:nvSpPr>
        <p:spPr>
          <a:xfrm>
            <a:off x="1031371" y="4028203"/>
            <a:ext cx="33772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3" name="Google Shape;353;p15"/>
          <p:cNvSpPr txBox="1">
            <a:spLocks noGrp="1"/>
          </p:cNvSpPr>
          <p:nvPr>
            <p:ph type="subTitle" idx="14"/>
          </p:nvPr>
        </p:nvSpPr>
        <p:spPr>
          <a:xfrm>
            <a:off x="4407717" y="4028203"/>
            <a:ext cx="33772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4" name="Google Shape;354;p15"/>
          <p:cNvSpPr txBox="1">
            <a:spLocks noGrp="1"/>
          </p:cNvSpPr>
          <p:nvPr>
            <p:ph type="subTitle" idx="15"/>
          </p:nvPr>
        </p:nvSpPr>
        <p:spPr>
          <a:xfrm>
            <a:off x="7784917" y="4028203"/>
            <a:ext cx="33772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8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32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55" name="Google Shape;355;p15"/>
          <p:cNvGrpSpPr/>
          <p:nvPr/>
        </p:nvGrpSpPr>
        <p:grpSpPr>
          <a:xfrm>
            <a:off x="-4055781" y="-3824362"/>
            <a:ext cx="18170492" cy="13201508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rot="7161465" flipH="1">
              <a:off x="7349081" y="3959289"/>
              <a:ext cx="2935948" cy="2407792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10473773" y="5380070"/>
            <a:ext cx="2288315" cy="1321409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241104" y="183467"/>
            <a:ext cx="11579633" cy="5536493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7308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5" name="Google Shape;395;p17"/>
          <p:cNvSpPr txBox="1">
            <a:spLocks noGrp="1"/>
          </p:cNvSpPr>
          <p:nvPr>
            <p:ph type="subTitle" idx="1"/>
          </p:nvPr>
        </p:nvSpPr>
        <p:spPr>
          <a:xfrm>
            <a:off x="960000" y="1432400"/>
            <a:ext cx="2952400" cy="44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03671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98" name="Google Shape;398;p18"/>
          <p:cNvGrpSpPr/>
          <p:nvPr/>
        </p:nvGrpSpPr>
        <p:grpSpPr>
          <a:xfrm>
            <a:off x="-1142310" y="-2913200"/>
            <a:ext cx="15880681" cy="11173016"/>
            <a:chOff x="-856733" y="-2184900"/>
            <a:chExt cx="11910511" cy="8379762"/>
          </a:xfrm>
        </p:grpSpPr>
        <p:sp>
          <p:nvSpPr>
            <p:cNvPr id="399" name="Google Shape;399;p18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rot="-10245665" flipH="1">
              <a:off x="-723336" y="4183034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350370" y="215927"/>
            <a:ext cx="9911849" cy="6497607"/>
            <a:chOff x="262777" y="161945"/>
            <a:chExt cx="7433887" cy="4873205"/>
          </a:xfrm>
        </p:grpSpPr>
        <p:sp>
          <p:nvSpPr>
            <p:cNvPr id="402" name="Google Shape;402;p18"/>
            <p:cNvSpPr/>
            <p:nvPr/>
          </p:nvSpPr>
          <p:spPr>
            <a:xfrm>
              <a:off x="7369989" y="1619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262777" y="4140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811063" y="4853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10515432" y="309230"/>
            <a:ext cx="1357461" cy="1615180"/>
            <a:chOff x="7886574" y="231922"/>
            <a:chExt cx="1018096" cy="1211385"/>
          </a:xfrm>
        </p:grpSpPr>
        <p:grpSp>
          <p:nvGrpSpPr>
            <p:cNvPr id="406" name="Google Shape;406;p18"/>
            <p:cNvGrpSpPr/>
            <p:nvPr/>
          </p:nvGrpSpPr>
          <p:grpSpPr>
            <a:xfrm>
              <a:off x="8496964" y="1054809"/>
              <a:ext cx="407706" cy="388498"/>
              <a:chOff x="2884583" y="645291"/>
              <a:chExt cx="285089" cy="271696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7886574" y="231922"/>
              <a:ext cx="951900" cy="615157"/>
              <a:chOff x="4838012" y="1361547"/>
              <a:chExt cx="951900" cy="615157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833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31" name="Google Shape;431;p19"/>
          <p:cNvGrpSpPr/>
          <p:nvPr/>
        </p:nvGrpSpPr>
        <p:grpSpPr>
          <a:xfrm>
            <a:off x="-2907180" y="-3135569"/>
            <a:ext cx="16967491" cy="12442708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rot="6417430" flipH="1">
              <a:off x="7465596" y="3990147"/>
              <a:ext cx="2966740" cy="2433045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69336" y="309434"/>
            <a:ext cx="11985213" cy="6377373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2" h="153" extrusionOk="0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67" extrusionOk="0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1022" extrusionOk="0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13833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21"/>
          <p:cNvGrpSpPr/>
          <p:nvPr/>
        </p:nvGrpSpPr>
        <p:grpSpPr>
          <a:xfrm>
            <a:off x="-2440227" y="-4034804"/>
            <a:ext cx="16738044" cy="14403504"/>
            <a:chOff x="-1830171" y="-3026103"/>
            <a:chExt cx="12553533" cy="10802628"/>
          </a:xfrm>
        </p:grpSpPr>
        <p:sp>
          <p:nvSpPr>
            <p:cNvPr id="503" name="Google Shape;503;p21"/>
            <p:cNvSpPr/>
            <p:nvPr/>
          </p:nvSpPr>
          <p:spPr>
            <a:xfrm rot="-8306489">
              <a:off x="-1335943" y="4230903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 rot="-2526298">
              <a:off x="3261380" y="-23026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 rot="7128936">
              <a:off x="4743736" y="-769468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21"/>
          <p:cNvSpPr txBox="1">
            <a:spLocks noGrp="1"/>
          </p:cNvSpPr>
          <p:nvPr>
            <p:ph type="title"/>
          </p:nvPr>
        </p:nvSpPr>
        <p:spPr>
          <a:xfrm>
            <a:off x="951017" y="9033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7" name="Google Shape;507;p21"/>
          <p:cNvSpPr txBox="1">
            <a:spLocks noGrp="1"/>
          </p:cNvSpPr>
          <p:nvPr>
            <p:ph type="subTitle" idx="1"/>
          </p:nvPr>
        </p:nvSpPr>
        <p:spPr>
          <a:xfrm>
            <a:off x="950967" y="24552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950967" y="48159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502391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666761" y="-4064570"/>
            <a:ext cx="17298377" cy="14820167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5385502" y="1083312"/>
            <a:ext cx="5548463" cy="4874136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437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676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6"/>
          <p:cNvSpPr txBox="1">
            <a:spLocks noGrp="1"/>
          </p:cNvSpPr>
          <p:nvPr>
            <p:ph type="title"/>
          </p:nvPr>
        </p:nvSpPr>
        <p:spPr>
          <a:xfrm>
            <a:off x="955600" y="681367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8207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13551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8" r:id="rId3"/>
    <p:sldLayoutId id="2147483901" r:id="rId4"/>
    <p:sldLayoutId id="2147483903" r:id="rId5"/>
    <p:sldLayoutId id="2147483905" r:id="rId6"/>
    <p:sldLayoutId id="2147483906" r:id="rId7"/>
    <p:sldLayoutId id="2147483907" r:id="rId8"/>
    <p:sldLayoutId id="2147483908" r:id="rId9"/>
    <p:sldLayoutId id="2147483910" r:id="rId10"/>
    <p:sldLayoutId id="2147483911" r:id="rId11"/>
    <p:sldLayoutId id="2147483912" r:id="rId12"/>
    <p:sldLayoutId id="2147483914" r:id="rId13"/>
    <p:sldLayoutId id="2147483916" r:id="rId1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7" name="Google Shape;657;p2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50608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19" r:id="rId1"/>
    <p:sldLayoutId id="214748392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88">
            <a:extLst>
              <a:ext uri="{FF2B5EF4-FFF2-40B4-BE49-F238E27FC236}">
                <a16:creationId xmlns:a16="http://schemas.microsoft.com/office/drawing/2014/main" id="{4E7A7753-ADA7-FA31-6076-DC82F79F9817}"/>
              </a:ext>
            </a:extLst>
          </p:cNvPr>
          <p:cNvSpPr/>
          <p:nvPr/>
        </p:nvSpPr>
        <p:spPr>
          <a:xfrm>
            <a:off x="365199" y="3496882"/>
            <a:ext cx="6974337" cy="1940673"/>
          </a:xfrm>
          <a:prstGeom prst="rect">
            <a:avLst/>
          </a:prstGeom>
          <a:solidFill>
            <a:srgbClr val="FFCC5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E6E82-CE92-4B0F-344A-AFBB4E750454}"/>
              </a:ext>
            </a:extLst>
          </p:cNvPr>
          <p:cNvSpPr/>
          <p:nvPr/>
        </p:nvSpPr>
        <p:spPr>
          <a:xfrm>
            <a:off x="-47598" y="3115032"/>
            <a:ext cx="7147596" cy="213969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5A14EA7-DB2E-7C69-06FC-481C1B4E8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696" y="3176757"/>
            <a:ext cx="6691564" cy="1096157"/>
          </a:xfrm>
          <a:ln>
            <a:noFill/>
          </a:ln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ZA" sz="4400">
                <a:solidFill>
                  <a:schemeClr val="bg1">
                    <a:lumMod val="20000"/>
                    <a:lumOff val="80000"/>
                  </a:schemeClr>
                </a:solidFill>
                <a:latin typeface="Aptos Slab Black" panose="020F0502020204030204" pitchFamily="34" charset="0"/>
              </a:rPr>
              <a:t>SUPPLY GUARD</a:t>
            </a:r>
            <a:endParaRPr lang="en-ZA" sz="2400">
              <a:solidFill>
                <a:srgbClr val="FFCC53"/>
              </a:solidFill>
              <a:latin typeface="Aptos Slab Black" panose="020F0502020204030204" pitchFamily="34" charset="0"/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F59F7333-D81B-F834-0907-97818C5D5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696" y="4266951"/>
            <a:ext cx="2991222" cy="587190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CC53"/>
                </a:solidFill>
              </a:rPr>
              <a:t>SPRINT 5 PROJECT </a:t>
            </a:r>
            <a:endParaRPr lang="en-ZA" sz="2000" b="1">
              <a:solidFill>
                <a:srgbClr val="FFCC53"/>
              </a:solidFill>
            </a:endParaRPr>
          </a:p>
        </p:txBody>
      </p:sp>
      <p:grpSp>
        <p:nvGrpSpPr>
          <p:cNvPr id="12" name="Google Shape;669;p27">
            <a:extLst>
              <a:ext uri="{FF2B5EF4-FFF2-40B4-BE49-F238E27FC236}">
                <a16:creationId xmlns:a16="http://schemas.microsoft.com/office/drawing/2014/main" id="{28589449-0892-CAC4-34ED-5C6760B993E5}"/>
              </a:ext>
            </a:extLst>
          </p:cNvPr>
          <p:cNvGrpSpPr/>
          <p:nvPr/>
        </p:nvGrpSpPr>
        <p:grpSpPr>
          <a:xfrm>
            <a:off x="7123896" y="1105281"/>
            <a:ext cx="4659671" cy="4647438"/>
            <a:chOff x="4765672" y="760436"/>
            <a:chExt cx="3246799" cy="3446635"/>
          </a:xfrm>
        </p:grpSpPr>
        <p:sp>
          <p:nvSpPr>
            <p:cNvPr id="13" name="Google Shape;670;p27">
              <a:extLst>
                <a:ext uri="{FF2B5EF4-FFF2-40B4-BE49-F238E27FC236}">
                  <a16:creationId xmlns:a16="http://schemas.microsoft.com/office/drawing/2014/main" id="{EF8F3FC7-21F8-0F7B-F3F8-8AD5A00CB30B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" name="Google Shape;671;p27">
              <a:extLst>
                <a:ext uri="{FF2B5EF4-FFF2-40B4-BE49-F238E27FC236}">
                  <a16:creationId xmlns:a16="http://schemas.microsoft.com/office/drawing/2014/main" id="{52F67A6E-58EE-5D22-189C-35F7E53BFBCA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78" name="Google Shape;672;p27">
                <a:extLst>
                  <a:ext uri="{FF2B5EF4-FFF2-40B4-BE49-F238E27FC236}">
                    <a16:creationId xmlns:a16="http://schemas.microsoft.com/office/drawing/2014/main" id="{42FC3F16-ECE8-16F7-2545-AC229F9A79D7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673;p27">
                <a:extLst>
                  <a:ext uri="{FF2B5EF4-FFF2-40B4-BE49-F238E27FC236}">
                    <a16:creationId xmlns:a16="http://schemas.microsoft.com/office/drawing/2014/main" id="{8E15D1E6-3C4D-6A69-922B-79A44B9AAC21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674;p27">
                <a:extLst>
                  <a:ext uri="{FF2B5EF4-FFF2-40B4-BE49-F238E27FC236}">
                    <a16:creationId xmlns:a16="http://schemas.microsoft.com/office/drawing/2014/main" id="{381A5CF5-1D41-01FC-8E2F-C310C1B39C2F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675;p27">
                <a:extLst>
                  <a:ext uri="{FF2B5EF4-FFF2-40B4-BE49-F238E27FC236}">
                    <a16:creationId xmlns:a16="http://schemas.microsoft.com/office/drawing/2014/main" id="{C3A3DB49-58EB-D553-4A8D-19E221C984D5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676;p27">
                <a:extLst>
                  <a:ext uri="{FF2B5EF4-FFF2-40B4-BE49-F238E27FC236}">
                    <a16:creationId xmlns:a16="http://schemas.microsoft.com/office/drawing/2014/main" id="{8DC8A150-A670-7554-69FB-0550A52ADCDE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677;p27">
                <a:extLst>
                  <a:ext uri="{FF2B5EF4-FFF2-40B4-BE49-F238E27FC236}">
                    <a16:creationId xmlns:a16="http://schemas.microsoft.com/office/drawing/2014/main" id="{0BB81FD3-EF73-FCB9-96E9-2E5537B60B1D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678;p27">
                <a:extLst>
                  <a:ext uri="{FF2B5EF4-FFF2-40B4-BE49-F238E27FC236}">
                    <a16:creationId xmlns:a16="http://schemas.microsoft.com/office/drawing/2014/main" id="{42FB512F-6863-90DB-A591-BED02D47E25F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679;p27">
                <a:extLst>
                  <a:ext uri="{FF2B5EF4-FFF2-40B4-BE49-F238E27FC236}">
                    <a16:creationId xmlns:a16="http://schemas.microsoft.com/office/drawing/2014/main" id="{6915494D-39F8-D944-C844-2B3A46E2848B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680;p27">
                <a:extLst>
                  <a:ext uri="{FF2B5EF4-FFF2-40B4-BE49-F238E27FC236}">
                    <a16:creationId xmlns:a16="http://schemas.microsoft.com/office/drawing/2014/main" id="{1D8B2664-D208-8A51-9A17-BAC4E49A30EE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681;p27">
                <a:extLst>
                  <a:ext uri="{FF2B5EF4-FFF2-40B4-BE49-F238E27FC236}">
                    <a16:creationId xmlns:a16="http://schemas.microsoft.com/office/drawing/2014/main" id="{DF97BC7A-CEBC-C3F2-8446-826A4E8B61C3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682;p27">
                <a:extLst>
                  <a:ext uri="{FF2B5EF4-FFF2-40B4-BE49-F238E27FC236}">
                    <a16:creationId xmlns:a16="http://schemas.microsoft.com/office/drawing/2014/main" id="{5E9C3D8D-F3E0-7DBB-5407-E075B44F773A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" name="Google Shape;683;p27">
              <a:extLst>
                <a:ext uri="{FF2B5EF4-FFF2-40B4-BE49-F238E27FC236}">
                  <a16:creationId xmlns:a16="http://schemas.microsoft.com/office/drawing/2014/main" id="{70498A55-26B5-D5B8-4C9A-32778B2E1426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6" name="Google Shape;684;p27">
                <a:extLst>
                  <a:ext uri="{FF2B5EF4-FFF2-40B4-BE49-F238E27FC236}">
                    <a16:creationId xmlns:a16="http://schemas.microsoft.com/office/drawing/2014/main" id="{9290D816-9A3A-6BD4-FBF4-86FE93D3ADE1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85;p27">
                <a:extLst>
                  <a:ext uri="{FF2B5EF4-FFF2-40B4-BE49-F238E27FC236}">
                    <a16:creationId xmlns:a16="http://schemas.microsoft.com/office/drawing/2014/main" id="{DDE8179A-A3C2-9E04-CBF8-0F351A170339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6;p27">
                <a:extLst>
                  <a:ext uri="{FF2B5EF4-FFF2-40B4-BE49-F238E27FC236}">
                    <a16:creationId xmlns:a16="http://schemas.microsoft.com/office/drawing/2014/main" id="{DE0DB386-1A2A-C581-A73C-254AA94B96DB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87;p27">
                <a:extLst>
                  <a:ext uri="{FF2B5EF4-FFF2-40B4-BE49-F238E27FC236}">
                    <a16:creationId xmlns:a16="http://schemas.microsoft.com/office/drawing/2014/main" id="{77788574-3847-6874-94EA-37BBAF23F3FE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688;p27">
                <a:extLst>
                  <a:ext uri="{FF2B5EF4-FFF2-40B4-BE49-F238E27FC236}">
                    <a16:creationId xmlns:a16="http://schemas.microsoft.com/office/drawing/2014/main" id="{E0B8A2D7-B6F0-35DE-BD4A-F2D9B995EDA5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689;p27">
                <a:extLst>
                  <a:ext uri="{FF2B5EF4-FFF2-40B4-BE49-F238E27FC236}">
                    <a16:creationId xmlns:a16="http://schemas.microsoft.com/office/drawing/2014/main" id="{3E5B447C-8459-01A7-F1F9-1F02E16718BC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690;p27">
                <a:extLst>
                  <a:ext uri="{FF2B5EF4-FFF2-40B4-BE49-F238E27FC236}">
                    <a16:creationId xmlns:a16="http://schemas.microsoft.com/office/drawing/2014/main" id="{BED8AAE8-7CCE-7850-B3F6-2BF9C21791EF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691;p27">
                <a:extLst>
                  <a:ext uri="{FF2B5EF4-FFF2-40B4-BE49-F238E27FC236}">
                    <a16:creationId xmlns:a16="http://schemas.microsoft.com/office/drawing/2014/main" id="{19A5BB3D-AB23-6D0C-3815-E76A4B27566C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692;p27">
                <a:extLst>
                  <a:ext uri="{FF2B5EF4-FFF2-40B4-BE49-F238E27FC236}">
                    <a16:creationId xmlns:a16="http://schemas.microsoft.com/office/drawing/2014/main" id="{C7C635DC-7F3A-1E47-0536-971C326F1509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693;p27">
                <a:extLst>
                  <a:ext uri="{FF2B5EF4-FFF2-40B4-BE49-F238E27FC236}">
                    <a16:creationId xmlns:a16="http://schemas.microsoft.com/office/drawing/2014/main" id="{1197A177-9E81-F884-58F2-606A06F0D1C2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694;p27">
                <a:extLst>
                  <a:ext uri="{FF2B5EF4-FFF2-40B4-BE49-F238E27FC236}">
                    <a16:creationId xmlns:a16="http://schemas.microsoft.com/office/drawing/2014/main" id="{64CE3FD9-2666-802C-938D-D3D0361C39C3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695;p27">
                <a:extLst>
                  <a:ext uri="{FF2B5EF4-FFF2-40B4-BE49-F238E27FC236}">
                    <a16:creationId xmlns:a16="http://schemas.microsoft.com/office/drawing/2014/main" id="{2459BA9C-8C19-EB51-B4D1-5D093E77AE66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" name="Google Shape;696;p27">
              <a:extLst>
                <a:ext uri="{FF2B5EF4-FFF2-40B4-BE49-F238E27FC236}">
                  <a16:creationId xmlns:a16="http://schemas.microsoft.com/office/drawing/2014/main" id="{6FCCE82A-642E-7ED1-EAC3-5F05A1E34783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53" name="Google Shape;697;p27">
                <a:extLst>
                  <a:ext uri="{FF2B5EF4-FFF2-40B4-BE49-F238E27FC236}">
                    <a16:creationId xmlns:a16="http://schemas.microsoft.com/office/drawing/2014/main" id="{03B3CE39-E32E-E8AE-3D36-EDCC52959C58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698;p27">
                <a:extLst>
                  <a:ext uri="{FF2B5EF4-FFF2-40B4-BE49-F238E27FC236}">
                    <a16:creationId xmlns:a16="http://schemas.microsoft.com/office/drawing/2014/main" id="{0D46A7D4-BAF9-F727-CC11-882C86CE0B5B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699;p27">
                <a:extLst>
                  <a:ext uri="{FF2B5EF4-FFF2-40B4-BE49-F238E27FC236}">
                    <a16:creationId xmlns:a16="http://schemas.microsoft.com/office/drawing/2014/main" id="{E8BB15C4-7334-41AF-EE69-553239E917C5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700;p27">
                <a:extLst>
                  <a:ext uri="{FF2B5EF4-FFF2-40B4-BE49-F238E27FC236}">
                    <a16:creationId xmlns:a16="http://schemas.microsoft.com/office/drawing/2014/main" id="{1DADE970-8C45-48A0-1228-CD0C2B262127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701;p27">
                <a:extLst>
                  <a:ext uri="{FF2B5EF4-FFF2-40B4-BE49-F238E27FC236}">
                    <a16:creationId xmlns:a16="http://schemas.microsoft.com/office/drawing/2014/main" id="{8BB4EA55-A8E8-A7ED-E51E-5368A4A3AD0C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702;p27">
                <a:extLst>
                  <a:ext uri="{FF2B5EF4-FFF2-40B4-BE49-F238E27FC236}">
                    <a16:creationId xmlns:a16="http://schemas.microsoft.com/office/drawing/2014/main" id="{28FC5F1D-84E1-3D2D-1C8B-F482BB56040B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703;p27">
                <a:extLst>
                  <a:ext uri="{FF2B5EF4-FFF2-40B4-BE49-F238E27FC236}">
                    <a16:creationId xmlns:a16="http://schemas.microsoft.com/office/drawing/2014/main" id="{F61B8C43-4EE7-D54A-319E-9C7581D40FB2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704;p27">
                <a:extLst>
                  <a:ext uri="{FF2B5EF4-FFF2-40B4-BE49-F238E27FC236}">
                    <a16:creationId xmlns:a16="http://schemas.microsoft.com/office/drawing/2014/main" id="{E2787DA5-BA5D-4A9D-CDAB-CCCA8D95BE64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705;p27">
                <a:extLst>
                  <a:ext uri="{FF2B5EF4-FFF2-40B4-BE49-F238E27FC236}">
                    <a16:creationId xmlns:a16="http://schemas.microsoft.com/office/drawing/2014/main" id="{5C1219F8-4E8D-3214-683D-073577BF2CB1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706;p27">
                <a:extLst>
                  <a:ext uri="{FF2B5EF4-FFF2-40B4-BE49-F238E27FC236}">
                    <a16:creationId xmlns:a16="http://schemas.microsoft.com/office/drawing/2014/main" id="{2F5125B5-F0E2-68F1-248F-711AEBA8ED73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707;p27">
                <a:extLst>
                  <a:ext uri="{FF2B5EF4-FFF2-40B4-BE49-F238E27FC236}">
                    <a16:creationId xmlns:a16="http://schemas.microsoft.com/office/drawing/2014/main" id="{9DE7366E-D130-003A-29F3-4F33C1461085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708;p27">
                <a:extLst>
                  <a:ext uri="{FF2B5EF4-FFF2-40B4-BE49-F238E27FC236}">
                    <a16:creationId xmlns:a16="http://schemas.microsoft.com/office/drawing/2014/main" id="{E320CEF3-5500-026A-B9C0-49EF4BECA9D4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709;p27">
                <a:extLst>
                  <a:ext uri="{FF2B5EF4-FFF2-40B4-BE49-F238E27FC236}">
                    <a16:creationId xmlns:a16="http://schemas.microsoft.com/office/drawing/2014/main" id="{8DBE6CE4-7773-D371-C09B-D951DA2A986E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" name="Google Shape;710;p27">
              <a:extLst>
                <a:ext uri="{FF2B5EF4-FFF2-40B4-BE49-F238E27FC236}">
                  <a16:creationId xmlns:a16="http://schemas.microsoft.com/office/drawing/2014/main" id="{8C5E7792-04F2-F38E-8D4D-C0C1CE8D451C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711;p27">
              <a:extLst>
                <a:ext uri="{FF2B5EF4-FFF2-40B4-BE49-F238E27FC236}">
                  <a16:creationId xmlns:a16="http://schemas.microsoft.com/office/drawing/2014/main" id="{35E95CE6-B07C-F95F-C66B-D11D8DBA4204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" name="Google Shape;712;p27">
              <a:extLst>
                <a:ext uri="{FF2B5EF4-FFF2-40B4-BE49-F238E27FC236}">
                  <a16:creationId xmlns:a16="http://schemas.microsoft.com/office/drawing/2014/main" id="{87E2AA5D-DE48-F48E-DDD6-234E42B5E598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22" name="Google Shape;713;p27">
                <a:extLst>
                  <a:ext uri="{FF2B5EF4-FFF2-40B4-BE49-F238E27FC236}">
                    <a16:creationId xmlns:a16="http://schemas.microsoft.com/office/drawing/2014/main" id="{3DB10DB0-9ECB-056D-46C2-06A22739EF2A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714;p27">
                <a:extLst>
                  <a:ext uri="{FF2B5EF4-FFF2-40B4-BE49-F238E27FC236}">
                    <a16:creationId xmlns:a16="http://schemas.microsoft.com/office/drawing/2014/main" id="{82E4B2F1-ED7C-DFA2-C2F8-4C23442E8F8F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715;p27">
                <a:extLst>
                  <a:ext uri="{FF2B5EF4-FFF2-40B4-BE49-F238E27FC236}">
                    <a16:creationId xmlns:a16="http://schemas.microsoft.com/office/drawing/2014/main" id="{AE333BCD-2EAA-573C-71CD-D833CA352656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716;p27">
                <a:extLst>
                  <a:ext uri="{FF2B5EF4-FFF2-40B4-BE49-F238E27FC236}">
                    <a16:creationId xmlns:a16="http://schemas.microsoft.com/office/drawing/2014/main" id="{54ECC89C-FDBC-877E-581D-2CAD0B05DAEC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717;p27">
                <a:extLst>
                  <a:ext uri="{FF2B5EF4-FFF2-40B4-BE49-F238E27FC236}">
                    <a16:creationId xmlns:a16="http://schemas.microsoft.com/office/drawing/2014/main" id="{72F4CBB9-D6A9-C915-DCA8-E5F075176909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718;p27">
                <a:extLst>
                  <a:ext uri="{FF2B5EF4-FFF2-40B4-BE49-F238E27FC236}">
                    <a16:creationId xmlns:a16="http://schemas.microsoft.com/office/drawing/2014/main" id="{039C79BA-4922-EEB0-84EC-108224036574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719;p27">
                <a:extLst>
                  <a:ext uri="{FF2B5EF4-FFF2-40B4-BE49-F238E27FC236}">
                    <a16:creationId xmlns:a16="http://schemas.microsoft.com/office/drawing/2014/main" id="{CFEA888C-61AB-3BFB-7193-0EFBF7260C7A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720;p27">
                <a:extLst>
                  <a:ext uri="{FF2B5EF4-FFF2-40B4-BE49-F238E27FC236}">
                    <a16:creationId xmlns:a16="http://schemas.microsoft.com/office/drawing/2014/main" id="{32142C0E-C91E-C81F-8FBD-1E1D4B3E3DA9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721;p27">
                <a:extLst>
                  <a:ext uri="{FF2B5EF4-FFF2-40B4-BE49-F238E27FC236}">
                    <a16:creationId xmlns:a16="http://schemas.microsoft.com/office/drawing/2014/main" id="{FB796D55-8B26-CFD6-BC24-1B912E2DE201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722;p27">
                <a:extLst>
                  <a:ext uri="{FF2B5EF4-FFF2-40B4-BE49-F238E27FC236}">
                    <a16:creationId xmlns:a16="http://schemas.microsoft.com/office/drawing/2014/main" id="{47E3F588-9948-5058-9523-7571E1E4C23E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723;p27">
                <a:extLst>
                  <a:ext uri="{FF2B5EF4-FFF2-40B4-BE49-F238E27FC236}">
                    <a16:creationId xmlns:a16="http://schemas.microsoft.com/office/drawing/2014/main" id="{25E95E71-7F2A-C9E5-41B5-4CA15C418BDD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724;p27">
                <a:extLst>
                  <a:ext uri="{FF2B5EF4-FFF2-40B4-BE49-F238E27FC236}">
                    <a16:creationId xmlns:a16="http://schemas.microsoft.com/office/drawing/2014/main" id="{8E611544-E2D5-945C-5178-2D4F3047E3A0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725;p27">
                <a:extLst>
                  <a:ext uri="{FF2B5EF4-FFF2-40B4-BE49-F238E27FC236}">
                    <a16:creationId xmlns:a16="http://schemas.microsoft.com/office/drawing/2014/main" id="{06A590C3-361F-9B95-17C0-B93A3545426C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726;p27">
                <a:extLst>
                  <a:ext uri="{FF2B5EF4-FFF2-40B4-BE49-F238E27FC236}">
                    <a16:creationId xmlns:a16="http://schemas.microsoft.com/office/drawing/2014/main" id="{D7E34133-CA83-82BA-3D15-782CBDFE341C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727;p27">
                <a:extLst>
                  <a:ext uri="{FF2B5EF4-FFF2-40B4-BE49-F238E27FC236}">
                    <a16:creationId xmlns:a16="http://schemas.microsoft.com/office/drawing/2014/main" id="{C2B61958-4D7B-767A-2CBE-C0FF30E61D2F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728;p27">
                <a:extLst>
                  <a:ext uri="{FF2B5EF4-FFF2-40B4-BE49-F238E27FC236}">
                    <a16:creationId xmlns:a16="http://schemas.microsoft.com/office/drawing/2014/main" id="{0D6B8229-B8A9-8CCE-0F1B-8D9DC5A60AA1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729;p27">
                <a:extLst>
                  <a:ext uri="{FF2B5EF4-FFF2-40B4-BE49-F238E27FC236}">
                    <a16:creationId xmlns:a16="http://schemas.microsoft.com/office/drawing/2014/main" id="{F114F74F-CB54-8390-94EA-210D953A918F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730;p27">
                <a:extLst>
                  <a:ext uri="{FF2B5EF4-FFF2-40B4-BE49-F238E27FC236}">
                    <a16:creationId xmlns:a16="http://schemas.microsoft.com/office/drawing/2014/main" id="{9B9FBE58-CCEA-095E-035C-ADF961B3F008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731;p27">
                <a:extLst>
                  <a:ext uri="{FF2B5EF4-FFF2-40B4-BE49-F238E27FC236}">
                    <a16:creationId xmlns:a16="http://schemas.microsoft.com/office/drawing/2014/main" id="{E91DAFED-3EB8-0254-6027-EB3EC8261254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732;p27">
                <a:extLst>
                  <a:ext uri="{FF2B5EF4-FFF2-40B4-BE49-F238E27FC236}">
                    <a16:creationId xmlns:a16="http://schemas.microsoft.com/office/drawing/2014/main" id="{10B25532-8787-BA57-6FFC-36D35EAF353F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733;p27">
                <a:extLst>
                  <a:ext uri="{FF2B5EF4-FFF2-40B4-BE49-F238E27FC236}">
                    <a16:creationId xmlns:a16="http://schemas.microsoft.com/office/drawing/2014/main" id="{53FD6BCD-5794-A271-8EF8-73215E3D3EA5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734;p27">
                <a:extLst>
                  <a:ext uri="{FF2B5EF4-FFF2-40B4-BE49-F238E27FC236}">
                    <a16:creationId xmlns:a16="http://schemas.microsoft.com/office/drawing/2014/main" id="{9FDCDBAB-120E-8978-7DA5-5100CCE506D9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735;p27">
                <a:extLst>
                  <a:ext uri="{FF2B5EF4-FFF2-40B4-BE49-F238E27FC236}">
                    <a16:creationId xmlns:a16="http://schemas.microsoft.com/office/drawing/2014/main" id="{7FCAF807-35D1-7A5A-CE7F-C133877AEF99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736;p27">
                <a:extLst>
                  <a:ext uri="{FF2B5EF4-FFF2-40B4-BE49-F238E27FC236}">
                    <a16:creationId xmlns:a16="http://schemas.microsoft.com/office/drawing/2014/main" id="{C9452DE8-1D59-9121-C783-85E8FF3CCE43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737;p27">
                <a:extLst>
                  <a:ext uri="{FF2B5EF4-FFF2-40B4-BE49-F238E27FC236}">
                    <a16:creationId xmlns:a16="http://schemas.microsoft.com/office/drawing/2014/main" id="{671F1A97-7A17-6E12-A43B-801CFD637DB2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738;p27">
                <a:extLst>
                  <a:ext uri="{FF2B5EF4-FFF2-40B4-BE49-F238E27FC236}">
                    <a16:creationId xmlns:a16="http://schemas.microsoft.com/office/drawing/2014/main" id="{88AF7E13-2A69-1A87-F802-394ECE7841AE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739;p27">
                <a:extLst>
                  <a:ext uri="{FF2B5EF4-FFF2-40B4-BE49-F238E27FC236}">
                    <a16:creationId xmlns:a16="http://schemas.microsoft.com/office/drawing/2014/main" id="{F7066DD9-3417-C719-49F9-484D92A86A87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740;p27">
                <a:extLst>
                  <a:ext uri="{FF2B5EF4-FFF2-40B4-BE49-F238E27FC236}">
                    <a16:creationId xmlns:a16="http://schemas.microsoft.com/office/drawing/2014/main" id="{FE87DE0A-1DBF-0F48-3C72-BF1F73863361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741;p27">
                <a:extLst>
                  <a:ext uri="{FF2B5EF4-FFF2-40B4-BE49-F238E27FC236}">
                    <a16:creationId xmlns:a16="http://schemas.microsoft.com/office/drawing/2014/main" id="{B1762409-9195-FA4E-706C-8BE0C36DEB0A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742;p27">
                <a:extLst>
                  <a:ext uri="{FF2B5EF4-FFF2-40B4-BE49-F238E27FC236}">
                    <a16:creationId xmlns:a16="http://schemas.microsoft.com/office/drawing/2014/main" id="{F024DF5A-756D-F90A-0F2D-835C5A551B8E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743;p27">
                <a:extLst>
                  <a:ext uri="{FF2B5EF4-FFF2-40B4-BE49-F238E27FC236}">
                    <a16:creationId xmlns:a16="http://schemas.microsoft.com/office/drawing/2014/main" id="{FF08984A-22D4-309A-AE91-2CB3338F4528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" name="Google Shape;744;p27">
              <a:extLst>
                <a:ext uri="{FF2B5EF4-FFF2-40B4-BE49-F238E27FC236}">
                  <a16:creationId xmlns:a16="http://schemas.microsoft.com/office/drawing/2014/main" id="{48FCC661-05E4-D804-D540-93CA4581EA0E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45;p27">
              <a:extLst>
                <a:ext uri="{FF2B5EF4-FFF2-40B4-BE49-F238E27FC236}">
                  <a16:creationId xmlns:a16="http://schemas.microsoft.com/office/drawing/2014/main" id="{081A86E1-35F0-BAE8-D7B6-58B8117F1A2D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E535AA85-42B7-4507-74AE-00BA9C640DB5}"/>
              </a:ext>
            </a:extLst>
          </p:cNvPr>
          <p:cNvSpPr txBox="1"/>
          <p:nvPr/>
        </p:nvSpPr>
        <p:spPr>
          <a:xfrm>
            <a:off x="618143" y="790402"/>
            <a:ext cx="3639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ptos Black" panose="020F0502020204030204" pitchFamily="34" charset="0"/>
              </a:rPr>
              <a:t>GROUP A</a:t>
            </a:r>
            <a:endParaRPr lang="en-ZA" sz="4800" b="1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39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/>
          <p:cNvSpPr txBox="1">
            <a:spLocks noGrp="1"/>
          </p:cNvSpPr>
          <p:nvPr>
            <p:ph type="title"/>
          </p:nvPr>
        </p:nvSpPr>
        <p:spPr>
          <a:xfrm>
            <a:off x="4982820" y="1094890"/>
            <a:ext cx="6079600" cy="97940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/>
              <a:t>Business Problem</a:t>
            </a:r>
            <a:endParaRPr/>
          </a:p>
        </p:txBody>
      </p:sp>
      <p:grpSp>
        <p:nvGrpSpPr>
          <p:cNvPr id="786" name="Google Shape;786;p31"/>
          <p:cNvGrpSpPr/>
          <p:nvPr/>
        </p:nvGrpSpPr>
        <p:grpSpPr>
          <a:xfrm>
            <a:off x="198486" y="840975"/>
            <a:ext cx="3982928" cy="4608391"/>
            <a:chOff x="713221" y="502143"/>
            <a:chExt cx="2987196" cy="3456293"/>
          </a:xfrm>
        </p:grpSpPr>
        <p:grpSp>
          <p:nvGrpSpPr>
            <p:cNvPr id="787" name="Google Shape;787;p31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788" name="Google Shape;788;p31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1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1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1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1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1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1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1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1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1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1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1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1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1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1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1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1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1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1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7" name="Google Shape;807;p31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808" name="Google Shape;808;p31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1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0" name="Google Shape;810;p31"/>
            <p:cNvSpPr/>
            <p:nvPr/>
          </p:nvSpPr>
          <p:spPr>
            <a:xfrm>
              <a:off x="3052028" y="502143"/>
              <a:ext cx="560784" cy="924988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3003630" y="2329937"/>
              <a:ext cx="269949" cy="266432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3003613" y="2807213"/>
              <a:ext cx="166095" cy="27398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3" name="Google Shape;813;p31"/>
            <p:cNvGrpSpPr/>
            <p:nvPr/>
          </p:nvGrpSpPr>
          <p:grpSpPr>
            <a:xfrm>
              <a:off x="713221" y="1546974"/>
              <a:ext cx="1380702" cy="2411462"/>
              <a:chOff x="713221" y="1546974"/>
              <a:chExt cx="1380702" cy="2411462"/>
            </a:xfrm>
          </p:grpSpPr>
          <p:sp>
            <p:nvSpPr>
              <p:cNvPr id="814" name="Google Shape;814;p31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1"/>
              <p:cNvSpPr/>
              <p:nvPr/>
            </p:nvSpPr>
            <p:spPr>
              <a:xfrm flipH="1">
                <a:off x="892277" y="2443613"/>
                <a:ext cx="815622" cy="1284025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1"/>
              <p:cNvSpPr/>
              <p:nvPr/>
            </p:nvSpPr>
            <p:spPr>
              <a:xfrm flipH="1">
                <a:off x="1228602" y="1913255"/>
                <a:ext cx="425512" cy="571207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1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1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1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1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1"/>
              <p:cNvSpPr/>
              <p:nvPr/>
            </p:nvSpPr>
            <p:spPr>
              <a:xfrm flipH="1">
                <a:off x="835769" y="1991549"/>
                <a:ext cx="548060" cy="518784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1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1"/>
              <p:cNvSpPr/>
              <p:nvPr/>
            </p:nvSpPr>
            <p:spPr>
              <a:xfrm flipH="1">
                <a:off x="1585351" y="1969082"/>
                <a:ext cx="395556" cy="444574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1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1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1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28" name="Google Shape;828;p31"/>
              <p:cNvCxnSpPr/>
              <p:nvPr/>
            </p:nvCxnSpPr>
            <p:spPr>
              <a:xfrm>
                <a:off x="2004736" y="1871725"/>
                <a:ext cx="5462" cy="48921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829" name="Google Shape;829;p31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1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1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avLst/>
                <a:gdLst/>
                <a:ahLst/>
                <a:cxnLst/>
                <a:rect l="l" t="t" r="r" b="b"/>
                <a:pathLst>
                  <a:path w="85" h="70" extrusionOk="0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1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1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 flipH="1">
                <a:off x="1583990" y="1959550"/>
                <a:ext cx="411214" cy="51061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31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1"/>
              <p:cNvSpPr/>
              <p:nvPr/>
            </p:nvSpPr>
            <p:spPr>
              <a:xfrm flipH="1">
                <a:off x="1228601" y="1913255"/>
                <a:ext cx="442533" cy="59027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1"/>
              <p:cNvSpPr/>
              <p:nvPr/>
            </p:nvSpPr>
            <p:spPr>
              <a:xfrm flipH="1">
                <a:off x="885470" y="2443613"/>
                <a:ext cx="822429" cy="1230921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1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1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31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31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1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31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31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31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31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31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avLst/>
                <a:gdLst/>
                <a:ahLst/>
                <a:cxnLst/>
                <a:rect l="l" t="t" r="r" b="b"/>
                <a:pathLst>
                  <a:path w="98" h="29" extrusionOk="0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31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31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31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31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31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31"/>
              <p:cNvSpPr/>
              <p:nvPr/>
            </p:nvSpPr>
            <p:spPr>
              <a:xfrm flipH="1">
                <a:off x="1328038" y="2250941"/>
                <a:ext cx="70769" cy="721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31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31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64" name="Google Shape;864;p31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865" name="Google Shape;865;p31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31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31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31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31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31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31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31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1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1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1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31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1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1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1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3E3C199-0BDF-E01C-846D-151D6F9CE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3783" y="3028034"/>
            <a:ext cx="6079600" cy="500000"/>
          </a:xfrm>
        </p:spPr>
        <p:txBody>
          <a:bodyPr/>
          <a:lstStyle/>
          <a:p>
            <a:r>
              <a:rPr lang="en-US" err="1"/>
              <a:t>SupplyGuard</a:t>
            </a:r>
            <a:r>
              <a:rPr lang="en-US"/>
              <a:t> Logistics has large amounts of</a:t>
            </a:r>
          </a:p>
          <a:p>
            <a:r>
              <a:rPr lang="en-US"/>
              <a:t>customer, shipment and delivery data, but needs</a:t>
            </a:r>
          </a:p>
          <a:p>
            <a:r>
              <a:rPr lang="en-US"/>
              <a:t>better insight into its operational performance.</a:t>
            </a:r>
          </a:p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1084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01A5E9A2-5D9E-63BE-DF3D-BA2605F7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D376752E-C2FC-3412-FBCF-BBF71C677CF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566B2956-2878-DB7D-C0E8-634A4C20C354}"/>
              </a:ext>
            </a:extLst>
          </p:cNvPr>
          <p:cNvGrpSpPr/>
          <p:nvPr/>
        </p:nvGrpSpPr>
        <p:grpSpPr>
          <a:xfrm>
            <a:off x="6754280" y="99486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9450FF33-D10C-2ECB-249C-F4D81E39201D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49D9C235-26E4-42DA-3A2C-445E6F3C5901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829177F1-88D5-C629-EA33-DB0875739573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958C14F8-2BEB-A7E4-11BC-8F7AB256B88B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9D8AE6BC-4349-8772-143A-7EA899D84B9C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A8AEE069-A773-6FC9-D811-81F1BB9A5FEA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06E93F0C-E900-3CA4-0494-51CAA38712F7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F5D4CFBF-0D52-C80F-225C-2006632372E4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824DF63C-DB61-8C47-243B-6EB8701237A5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2B050991-8255-146A-2015-7759878EE11C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D36CD0A1-59A3-0B66-0DFF-BDDCE4DD2C3C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02CAEA24-5410-7606-2AB9-74B6847BF532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ED4E9BC2-5C5F-655A-CC35-FB10BF08310F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60AF41D4-37DF-E117-4224-9C1F6EDDA864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D70CB0C6-A13E-5CF0-677F-9472CE1F5E8F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163A38C0-9795-9B07-1C63-E6455892CD47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E809B625-8485-AC80-A93A-4F672B59CAAA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30F336C8-58E5-5A51-1570-C6A4FC9AAC04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6EB6A394-F447-2F51-ACFD-09A99BB55C6C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48C74703-999E-A73B-4BEA-C609C194B142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762A90B2-272C-4559-0FC7-358D1D5FF0B6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73835B40-BFB8-7E74-D9CC-87CB629F2CA4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039D0B01-C00C-9E29-585A-F1DD9669F2A9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D12EEA52-1E7A-6F82-DA81-E8E403D5B3D6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50533C30-5181-ECF4-011A-F1A400EE4E4D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1721FD78-3679-7C9C-9587-EA3F325AF4DB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396796E7-B68F-2DA9-10E5-0DE55B100C28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37BA1719-9579-1675-6FEC-BC134FCF1D04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79ADE507-A095-9F34-9F4A-EC749AA758F3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B663436D-F8A8-8219-7998-ED9F17D28F1F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5BBF980C-7A6F-FF11-43E2-B4307BDF1659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E73D2C97-7E52-7861-72E8-4540DB35C6C1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876501EA-DD57-A875-653E-AED14C479CB9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C0A18785-7797-968C-A76C-E9B8CB8FBF47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38A1F2DD-59F8-8842-FDE2-FBDF24C26FFD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EC80FB45-F455-A518-BAF5-CBEA066218B3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032CDECB-B35A-7069-C7E8-8D04B37F55C8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5EC42F1A-667A-95A8-BCBD-A460E1DF3B4E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E5B6D9D0-3F4F-53BF-6C20-2A6087303ED7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F70BC62E-7862-9566-4FC1-4F3E2671C00A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610A5CC8-902E-F6CA-957D-18DB6E33DAA3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67634E2C-B95B-F868-4622-D7FEF7700CFF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974A381B-7B0E-ED37-3C16-8E1F59581E9D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82411883-BC7C-2D60-6805-7E7A3A87FCE5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769246E2-B543-7362-1464-EAB7175E83B5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98A9A64A-032F-325F-F3E5-63A79B0D5F51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1C482415-1E03-980B-4458-F715FAE5EDF6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16347995-F3EC-32B0-EA48-0EDE135DA4C7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220226DB-E6B6-1214-8070-76137AA01FE7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6714A3B4-0D97-477C-9FE3-A97DF26E51AF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E3263A01-7D5B-ECFC-A3D3-322729C0B37D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89B2FC23-7DFC-1142-D3DA-56801451366E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ED11C04D-D40F-3401-D689-2CF436EC4622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6B57E0AE-2EA7-CCF9-C934-32EA54992E6F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49AF1EE1-5F9F-1F76-65EE-698FF568A842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D163D695-B5A6-67F3-5A70-C6D145BB6B44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D2261EF7-4C15-7A1A-FB2C-68E2D4D4D6FD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2F9C0AFB-4A80-EEBD-69AF-4CACFDF71591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6D7F9C78-6718-EAC5-0B18-CE3CE37E9DAD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606646F9-ED13-CF29-C213-74C77D037104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2D5D906A-F5A1-EA99-B41C-23C337B26168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D27941FF-FD8A-7763-CA3F-8469FCA4903B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79C2CDD9-DA70-86B0-B775-7DC98CDD35C3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01D0642D-23CE-1CD9-5E1C-95BF145DA6E2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1172A45B-69E5-13EF-19D4-CB68C0C44FA1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564E2260-943C-FCD1-B0F0-BA81FAC6B600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DDC55156-D771-A22D-5265-E782A2A69DC1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7CE45F13-8199-9073-984B-6F16BAEBD4A7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81A8AE4E-041C-9FD7-79F3-F0B27E03F8D8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E831DEBD-4B5E-A3BE-3B4A-14910AC2E347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CEC93D7D-DAB9-93FE-F2B4-91C78DE2FA88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5B8DC0EC-ECD7-9904-41CA-C9FCC396AD62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E1FA92CC-53F9-5C54-B55D-8AA8BBA99E66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733DFDBC-7D3C-1B4D-F111-07E47D778DBC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15AD9C0C-FFA6-3E43-E389-1213C9093526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B08C5816-E85B-EFDD-4439-1248B237C8C9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7F907D6B-1877-60E8-44FB-62457918AFC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67"/>
              <a:t> Customer Analysis</a:t>
            </a:r>
          </a:p>
        </p:txBody>
      </p:sp>
    </p:spTree>
    <p:extLst>
      <p:ext uri="{BB962C8B-B14F-4D97-AF65-F5344CB8AC3E}">
        <p14:creationId xmlns:p14="http://schemas.microsoft.com/office/powerpoint/2010/main" val="164678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B5544B-269C-E4DA-BEE5-6B6972BD0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12" y="0"/>
            <a:ext cx="11805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CDFF4430-33D3-E376-5BE8-DA78533D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80F0B381-CD7E-69EF-0A01-1E5B03DBC7C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67"/>
              <a:t>Shipment Analysis</a:t>
            </a:r>
            <a:endParaRPr sz="5867"/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8B653CB3-1933-2D76-6BC9-CD97656B80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11E232DD-DDBF-8A99-EE00-D2848F2463DA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EEA2E8A2-F220-F304-3B41-32BC5B04456C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C433F0D5-337C-E195-933D-5C5B4B325858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824006EE-B04D-AE51-E4BE-0848C4F9F36F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E12B7DAD-8059-541C-23E0-C9C201F643A3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D3EF870E-D328-D76C-DAA4-DF04BE8FEDAD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879E7A38-97F5-7562-0F05-1808E31DC779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14B2F215-F1A7-3F52-9929-4B0A3A292CCB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F030F1C0-05F2-554F-3BB0-0CC24D8B8C8C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22CAEB23-5BBC-0CDD-EFC3-167C235BC9A1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197A0FAC-43E8-F6FB-1679-98FDB3B03797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9C3084B7-BCA6-C3B3-1F90-81FDDBAFA319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50E4A745-9E51-813B-7703-38D5B2FE0FC3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1D409708-E5E5-E0B2-08C9-EA9881D729DE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D0566AA2-67F9-B7C0-4974-319F67D78EEF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48B41326-4FA6-3E3D-B24B-BCE9A9CC0223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5C24B6B5-0ECD-BC84-F9E0-8282FB7B78E1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C0D7A3F9-6B7D-EA27-B01E-F159AA9E6D57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9253533C-D157-116A-BF60-764ECA1FF0C1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322083DD-D51B-4792-B33E-E9F686908C47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527FA680-87DD-9AEC-F1EB-1FACF94BB6F6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D98D2525-A9EC-0CDE-55EB-D3D469C6F7C2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B5247B70-FC54-8145-E0EE-16D4EA5A9AE0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94199311-87A9-9442-AF3E-11A239E6828A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8D4F2FB7-6CF5-0A4F-DE75-AA467E47397F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12A0513F-0FB2-6F53-0563-638BCD4B0899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02AF8415-54F0-BABA-E31D-483A45F581D8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CC4625E4-3FB8-FB91-A07F-92B5A54F7D2E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129E26D9-920F-CC81-3A8B-CEA28106322A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7ED8F038-2BCD-97EB-ED59-18415E3F44CA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B0256986-6E87-745B-1506-170DD1F57AF8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89CD23EF-3176-3FAD-AB60-6AB03A53E9CD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109DA105-4E65-E4D3-E9D9-458F643E77AD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8144262A-4499-41FA-87A8-0294723442AC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7D44FE2E-8019-D634-8562-16F3F0AE6CD9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39AE20C9-F6F1-3C68-7BF4-579B22FEA4F0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E24D5C8A-75C1-2A7F-CD49-7D8EB1C599F4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55D3D684-3AB1-78AD-9114-EDE46B823968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22259A89-7461-5040-CAE7-926467504C7E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E63CDF66-A9FA-2C9D-C6F3-2870E5F3989D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F67B4E2D-FC6F-F426-45FE-41BEDE0C0A5F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47681D14-9A02-6FC2-D5FC-338716007A50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B9CE7CC2-5BD9-9372-74BC-D7BC17621A69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D0DA9329-05E2-AF82-5343-64A037883BE8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8D837907-0A73-9CDE-D6BF-D9C66996BF05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6C036BAA-6100-90BC-5D68-7F701EA6041C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AB05B3F7-1FD2-E2E6-2A1B-6294FF95ACCF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0245B85A-1B95-0BCB-7CD9-A5D3B4C6831D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1CB5904C-0753-5713-A0D9-2F3BA2D3A762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D3CE5E29-21C8-0610-CBD7-2E0CC8B03051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2889D354-A2C4-4FED-0EBC-11BF4023F71C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69D8DCFD-B6EA-3921-8879-220600006301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C1CB87EE-AA39-EF68-ECC2-983F1F73201F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C7E3CC15-2CB2-4D3D-0C55-193AA9890993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FD59C3F9-58ED-ACC9-AE85-98E186124070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D84E5E10-5636-DA11-AEF7-9B18C415002B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059B06E6-61FA-7BEC-E9B2-310F8A85D810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9B2848C7-A30B-3484-51C0-6872F98F08FF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BCEB343F-1BC5-7105-AC77-E1E4F0AF4D4D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949C1DDF-1122-6E16-C966-3B0C7D4F5D00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335DD965-A7D2-74DE-B967-7437555FADD4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3BF43F50-1281-6BDD-D82C-062D57DF88B6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F770F14F-EDC7-9B25-4E29-88F364C4E57E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D7088D2B-12E9-B3AE-3FCA-7CCC772C1959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EDC63458-EE97-56C8-67E5-1800F801CA39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3B0ABB3D-EFB7-794C-85AE-C9A230F8950E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65690213-7307-71F1-2681-C041963B85BE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65192A0C-AFC4-A22E-E923-AB63DF991640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C48620A0-C4FC-3AB3-B3CF-634F0DB160A5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B592A0FE-7662-CD87-8771-AA732CE973DF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329001D6-4077-CAFD-7847-90B4939C3812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083900B7-A1A8-8F2E-3679-DE4F76657B9E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66ED6007-99A9-C0AA-1DFB-224943896D7C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9A3B563D-A22D-49D6-2F5C-84DD73A24F7F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CDC98694-065B-FE57-C65E-FE68A7CFC8C0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485B0C98-4561-A64C-7F58-91662502AA6E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FE64986F-8F51-D34C-1288-F71EB4A3D84F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306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139B-E7F1-8903-7BB7-84291021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212AB-FF89-00B4-B2E7-32EE7F51E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85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FFB1AB-4539-78F2-2EE1-024482C6C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0" y="1636022"/>
            <a:ext cx="5245830" cy="2878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795123-1609-1A28-E5C4-CCD86FAD4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642" y="1636022"/>
            <a:ext cx="5104795" cy="28785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590ED1-0F3B-B032-89F2-E6BD168788FB}"/>
              </a:ext>
            </a:extLst>
          </p:cNvPr>
          <p:cNvSpPr txBox="1"/>
          <p:nvPr/>
        </p:nvSpPr>
        <p:spPr>
          <a:xfrm>
            <a:off x="4235116" y="5524901"/>
            <a:ext cx="866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/>
              <a:t>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BBAB3-7D11-54B5-3899-66F5F256981E}"/>
              </a:ext>
            </a:extLst>
          </p:cNvPr>
          <p:cNvSpPr txBox="1"/>
          <p:nvPr/>
        </p:nvSpPr>
        <p:spPr>
          <a:xfrm>
            <a:off x="7437122" y="5524901"/>
            <a:ext cx="866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/>
              <a:t>2026</a:t>
            </a:r>
          </a:p>
        </p:txBody>
      </p:sp>
      <p:sp>
        <p:nvSpPr>
          <p:cNvPr id="2" name="Google Shape;783;p31">
            <a:extLst>
              <a:ext uri="{FF2B5EF4-FFF2-40B4-BE49-F238E27FC236}">
                <a16:creationId xmlns:a16="http://schemas.microsoft.com/office/drawing/2014/main" id="{4F9396A5-5526-5B8C-99F3-3B7444B9F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2970" y="294790"/>
            <a:ext cx="6079600" cy="97940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ZA"/>
              <a:t>Shipment Volume Decreases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2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51E2644D-8B46-9701-3B60-2B5DEC3B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42390A6F-AACC-A984-2683-453BB336027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50"/>
              <a:t>Delivery Analysis</a:t>
            </a:r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AB2D222C-AFE0-C219-07C0-A6FD9697B7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F2E2F63B-1FA5-1B32-FF73-1F52E595C605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33CC6018-E9AC-8D8D-0749-2CA26B16D248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6F8F071C-A6A3-C9F5-054C-0FE1756210F6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CCC1A26B-3368-20EB-018D-96A18F357E67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BDEF2B65-C310-6B1C-F5F5-BC35565AAA2D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A225668F-2517-7666-9960-4530548D2093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0CF64E0F-C154-6AB1-643C-EB0D670DD590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64D28031-808B-8804-8F51-FE270A3229A8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1B5942A4-88E4-0A34-414C-05FD961A099E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22E5955D-A1A9-1D4B-9B18-649C4B526891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05CE6303-04D8-B6B7-37B8-72B629421D64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6676DB6E-C0F4-A2A0-9580-300A079E0B46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C0D08EE4-8922-8FB6-4DB7-0453C029CDBF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0A8C5BD8-402E-44E4-C834-E700F97F3E84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10C7B93A-1D9E-4AFF-D63E-2B46626A562B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A6669A32-BC26-D9F1-3F2A-1908AD2AD71E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46FB7035-B1F2-5F1D-8684-2A350D6CB595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0351F577-A1D2-DE50-5B9D-68C49CD516CF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43338D21-A4B5-9282-5BAB-05349B440B1E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185A447E-DCD8-9554-AB13-AC7234F03B31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93C48D1C-1E33-1B6D-67E7-54F0DDF8EF3C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2EC68171-4D71-2E8D-BE89-357511A20295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B241C17F-6A37-FA17-484D-0E1EBE3CBADA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37DB394F-3E1C-181C-311F-85CFD49F1E0F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1ECEB1AA-E27D-EB16-9F0E-AAF25565C598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D0524CAE-ADD9-CC99-89E0-698FDEABC731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4C91EA1C-8272-2BC5-33AD-B7C0AB96EDC1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B85F66F8-B616-FA11-0D9C-9700536B228B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D26B1839-B7F8-276E-8558-FE65E1601A7B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B171A6BA-D47B-F8AF-D7E6-0325675369AF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6643FEEE-8E8E-09EF-CC36-2E91E2694C94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3C1A4F35-170A-0F94-7492-1CDF44DB8A21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21C4C9B7-37CD-19B2-3E48-1878D08EBB73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3C3FAC5A-BEFA-5BA1-2FFB-7F50D12372E4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6A0EA0B9-F2C0-1414-ECF1-83505D960B50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A3240AA3-2208-2415-A7C1-7B4949B92233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9FC8BEB6-892F-3CAF-4401-FE8F7A989C13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7C772D19-E2A8-9038-6371-B89038BA8222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434A0690-74C6-C5EA-6332-17567EA61ADC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923CD913-E7B5-900E-8B3C-02B7FA3FABF7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2913B003-D07D-53EB-84AB-E33932354A1C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B5F9353E-366E-BB4C-C458-E03EA7974769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EDA49D35-6552-FFF5-2E95-94F8E81987EE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8C7448FF-3ACD-78C6-069D-4A308738B500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757F2A9A-3651-E999-A7DF-B3E77D0453DE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B68AAAF9-240F-65FE-6A24-A4DA28EF4E62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D6B16803-580F-6CB9-846B-276A5416F271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E89D8B61-22CE-2E5E-3E70-E131C5FA6036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4BEBE788-FF66-5A2C-5E53-7A365905DFC7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BF5D7987-0766-A6DE-E155-1602AFEAC5F2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83AB9602-8D22-1935-9967-E05D155BE800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2C784E6B-98E3-8364-E6FF-1586956E0281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57ACED4A-070D-780C-741A-110ACE8A6AB1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E7806B59-D0E1-9666-329C-48F61059095C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3B9BC0EE-2060-E65E-FAC7-1A7E72ED7B35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A9AA48A7-6E5F-34A8-E0CE-434D786EFF56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A712AF39-3F2A-A604-3822-7DA3AEBDAF94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2CAB47F7-8A1C-C7BC-68D5-9A7C5413621D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2F97559C-3E20-6DAB-E871-AD91BA080084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8D7A474A-E2D1-ECAF-F883-73705AB8ED1F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0997427E-C2D1-34FD-107D-23E581D61A0F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CCAC2A15-8438-D8F9-7875-D6788B909170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27B7472D-8CF0-9341-C5ED-66B6F7AFF461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D4979349-AE91-48D5-2F69-EA0AB1582FD6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E7D86931-5586-A90B-2706-F0A7E298C6B1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5529B203-CE5B-00E6-538C-1951AACBDEDD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44D316CD-AE7A-FCD6-4767-BEBB20B2608B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8C4A77D1-DB29-D6A8-0DEA-BB508C0F2EE8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1B0D116C-D2FD-1311-1F60-F6417DB06653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60CCECA3-5F35-6471-CC0E-2F0354C0D5A5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D5353706-C501-E83E-2BD7-6E901B76147E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B8DE4221-3B76-9247-A645-8A2ECD2F3795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14444D5B-C307-0FB2-2FC3-2B29D25FAB3E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944B8474-CDF3-3CF4-5FEE-2CBBEE5BDC8E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F741641C-422A-9677-F2DA-60D9A2888F74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15988CED-9BB4-2F89-171E-9BF0E56D5842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25ABBF15-E389-D367-BC00-25FF18FD1FEA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013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F40F-5C2A-6FEF-EBAD-0FCD6D733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73" y="4087"/>
            <a:ext cx="10442400" cy="438480"/>
          </a:xfrm>
        </p:spPr>
        <p:txBody>
          <a:bodyPr/>
          <a:lstStyle/>
          <a:p>
            <a:pPr algn="ctr"/>
            <a:r>
              <a:rPr lang="en-US" sz="2000" b="1">
                <a:latin typeface="Segoe UI"/>
                <a:cs typeface="Segoe UI"/>
              </a:rPr>
              <a:t>Delivery Status Distribution</a:t>
            </a:r>
            <a:endParaRPr lang="en-US" sz="2000">
              <a:latin typeface="Segoe UI"/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F11BB-7E3D-CBE9-2C28-6C9D7E7F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378" y="785813"/>
            <a:ext cx="4312285" cy="27666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AE4020-E4BB-3C15-97FD-D81107A4E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" y="4094480"/>
            <a:ext cx="4057403" cy="2763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EDF332-0FE6-6EC7-AD61-7489B4F8270D}"/>
              </a:ext>
            </a:extLst>
          </p:cNvPr>
          <p:cNvSpPr txBox="1"/>
          <p:nvPr/>
        </p:nvSpPr>
        <p:spPr>
          <a:xfrm>
            <a:off x="539348" y="3717131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Aptos"/>
              </a:rPr>
              <a:t>Unusually Long Delivery Distances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41EDB4-27F6-9006-1417-A0FFDFED8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093" y="781050"/>
            <a:ext cx="3223895" cy="29387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E7A4A6-7E6B-94C5-164A-616430015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702" y="782638"/>
            <a:ext cx="3510915" cy="29356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1B1F5A-4B09-79B7-629B-494345D42262}"/>
              </a:ext>
            </a:extLst>
          </p:cNvPr>
          <p:cNvSpPr txBox="1"/>
          <p:nvPr/>
        </p:nvSpPr>
        <p:spPr>
          <a:xfrm>
            <a:off x="285638" y="477631"/>
            <a:ext cx="322185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Delivery Risk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D4678A-9FCC-77E2-0281-6105DA88DE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525" y="4090988"/>
            <a:ext cx="5914390" cy="27705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5F4810-FED5-F669-A6A4-7B9C5034D3FE}"/>
              </a:ext>
            </a:extLst>
          </p:cNvPr>
          <p:cNvSpPr txBox="1"/>
          <p:nvPr/>
        </p:nvSpPr>
        <p:spPr>
          <a:xfrm>
            <a:off x="6626810" y="378470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Long delivery  Durations</a:t>
            </a:r>
          </a:p>
        </p:txBody>
      </p:sp>
    </p:spTree>
    <p:extLst>
      <p:ext uri="{BB962C8B-B14F-4D97-AF65-F5344CB8AC3E}">
        <p14:creationId xmlns:p14="http://schemas.microsoft.com/office/powerpoint/2010/main" val="4032617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8B44D-8578-F8CE-3E85-7AE976E3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73" y="4087"/>
            <a:ext cx="10290000" cy="448640"/>
          </a:xfrm>
        </p:spPr>
        <p:txBody>
          <a:bodyPr/>
          <a:lstStyle/>
          <a:p>
            <a:pPr algn="ctr"/>
            <a:r>
              <a:rPr lang="en-US" sz="2000" b="1" i="1">
                <a:latin typeface="Segoe UI"/>
                <a:cs typeface="Segoe UI"/>
              </a:rPr>
              <a:t>High Risk Warehouse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51591-C20E-5EAE-6290-ABC02E521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" y="3359785"/>
            <a:ext cx="4732655" cy="34994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728FE9-A69A-9783-85F6-4884BD84D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690" y="3335973"/>
            <a:ext cx="6748780" cy="35185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A115AF-155E-E61F-536E-4F30F0ECEF5C}"/>
              </a:ext>
            </a:extLst>
          </p:cNvPr>
          <p:cNvSpPr txBox="1"/>
          <p:nvPr/>
        </p:nvSpPr>
        <p:spPr>
          <a:xfrm>
            <a:off x="7293895" y="2816791"/>
            <a:ext cx="245198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Driver Risk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7ABA5A-7190-BB82-9410-1CB397409C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3" y="457518"/>
            <a:ext cx="10455275" cy="26917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EDB182-1065-38A9-CCEA-2F2A09E3079E}"/>
              </a:ext>
            </a:extLst>
          </p:cNvPr>
          <p:cNvSpPr txBox="1"/>
          <p:nvPr/>
        </p:nvSpPr>
        <p:spPr>
          <a:xfrm>
            <a:off x="6184070" y="3142022"/>
            <a:ext cx="442739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Driver Risk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DA50D2-B4FF-4B7D-9928-6780E92C2233}"/>
              </a:ext>
            </a:extLst>
          </p:cNvPr>
          <p:cNvSpPr txBox="1"/>
          <p:nvPr/>
        </p:nvSpPr>
        <p:spPr>
          <a:xfrm>
            <a:off x="1142553" y="3103955"/>
            <a:ext cx="36852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Unusually long deliveries</a:t>
            </a:r>
          </a:p>
        </p:txBody>
      </p:sp>
    </p:spTree>
    <p:extLst>
      <p:ext uri="{BB962C8B-B14F-4D97-AF65-F5344CB8AC3E}">
        <p14:creationId xmlns:p14="http://schemas.microsoft.com/office/powerpoint/2010/main" val="282207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B017-C45D-AE88-41E1-8FE17364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47" y="237767"/>
            <a:ext cx="10290000" cy="544525"/>
          </a:xfrm>
        </p:spPr>
        <p:txBody>
          <a:bodyPr/>
          <a:lstStyle/>
          <a:p>
            <a:pPr algn="ctr"/>
            <a:r>
              <a:rPr lang="en-US" sz="1800" b="1">
                <a:latin typeface="Arial"/>
                <a:cs typeface="Arial"/>
              </a:rPr>
              <a:t>Delivery Risk Analysis</a:t>
            </a:r>
            <a:endParaRPr lang="en-US"/>
          </a:p>
          <a:p>
            <a:endParaRPr lang="en-US" sz="2000" b="1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4FDB9-57A4-189A-4C94-104A33C3FEBB}"/>
              </a:ext>
            </a:extLst>
          </p:cNvPr>
          <p:cNvSpPr txBox="1"/>
          <p:nvPr/>
        </p:nvSpPr>
        <p:spPr>
          <a:xfrm>
            <a:off x="399894" y="1485319"/>
            <a:ext cx="5084362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/>
              <a:t>Key Findings</a:t>
            </a:r>
          </a:p>
          <a:p>
            <a:endParaRPr lang="en-US" b="1" i="1"/>
          </a:p>
          <a:p>
            <a:pPr marL="285750" indent="-285750">
              <a:buChar char="•"/>
            </a:pPr>
            <a:r>
              <a:rPr lang="en-US" sz="1200"/>
              <a:t>Delivery delays are concentrated within a few high-risk warehouses.</a:t>
            </a:r>
          </a:p>
          <a:p>
            <a:pPr marL="285750" indent="-285750">
              <a:buChar char="•"/>
            </a:pPr>
            <a:r>
              <a:rPr lang="en-US" sz="1200"/>
              <a:t>Higher shipment volumes are associated with increased delivery delays.</a:t>
            </a:r>
          </a:p>
          <a:p>
            <a:pPr marL="285750" indent="-285750">
              <a:buChar char="•"/>
            </a:pPr>
            <a:r>
              <a:rPr lang="en-US" sz="1200"/>
              <a:t>Gauteng handles the highest shipment concentration, creating operational bottleneck risk.</a:t>
            </a:r>
          </a:p>
          <a:p>
            <a:pPr marL="285750" indent="-285750">
              <a:buChar char="•"/>
            </a:pPr>
            <a:r>
              <a:rPr lang="en-US" sz="1200"/>
              <a:t>Delivery performance varies significantly across warehouses and transportation methods.</a:t>
            </a:r>
          </a:p>
          <a:p>
            <a:pPr marL="285750" indent="-285750">
              <a:buChar char="•"/>
            </a:pPr>
            <a:r>
              <a:rPr lang="en-US" sz="1200"/>
              <a:t>Shipment activity fluctuates throughout the year, with delays increasing during peak periods.</a:t>
            </a:r>
          </a:p>
          <a:p>
            <a:pPr marL="285750" indent="-285750">
              <a:buChar char="•"/>
            </a:pPr>
            <a:r>
              <a:rPr lang="en-US" sz="1200"/>
              <a:t>Transportation and fuel costs remain key contributors to operational expenditure.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A69CE-A2E1-0914-0B4E-634D44B626F0}"/>
              </a:ext>
            </a:extLst>
          </p:cNvPr>
          <p:cNvSpPr txBox="1"/>
          <p:nvPr/>
        </p:nvSpPr>
        <p:spPr>
          <a:xfrm>
            <a:off x="6237365" y="1488394"/>
            <a:ext cx="5327155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 b="1" i="1">
                <a:latin typeface="Segoe UI"/>
                <a:cs typeface="Segoe UI"/>
              </a:rPr>
              <a:t>Business Insights</a:t>
            </a:r>
          </a:p>
          <a:p>
            <a:pPr marL="285750" indent="-285750">
              <a:buChar char="•"/>
            </a:pPr>
            <a:endParaRPr lang="en-US" sz="1200" b="1" i="1"/>
          </a:p>
          <a:p>
            <a:pPr marL="285750" indent="-285750">
              <a:buChar char="•"/>
            </a:pPr>
            <a:r>
              <a:rPr lang="en-US" sz="1200"/>
              <a:t>Operational risk is concentrated rather than evenly distributed across the supply chain.</a:t>
            </a:r>
          </a:p>
          <a:p>
            <a:pPr marL="285750" indent="-285750">
              <a:buChar char="•"/>
            </a:pPr>
            <a:r>
              <a:rPr lang="en-US" sz="1200"/>
              <a:t>Peak demand periods place significant pressure on warehouse and fleet capacity.</a:t>
            </a:r>
          </a:p>
          <a:p>
            <a:pPr marL="285750" indent="-285750">
              <a:buChar char="•"/>
            </a:pPr>
            <a:r>
              <a:rPr lang="en-US" sz="1200"/>
              <a:t>High-performing warehouses provide benchmark practices for underperforming facilities.</a:t>
            </a:r>
          </a:p>
          <a:p>
            <a:pPr marL="285750" indent="-285750">
              <a:buChar char="•"/>
            </a:pPr>
            <a:r>
              <a:rPr lang="en-US" sz="1200"/>
              <a:t>Historical data can be used to forecast demand and improve resource planning.</a:t>
            </a:r>
          </a:p>
          <a:p>
            <a:pPr marL="285750" indent="-285750">
              <a:buChar char="•"/>
            </a:pPr>
            <a:r>
              <a:rPr lang="en-US" sz="1200"/>
              <a:t>Real-time monitoring enables proactive decision-making and risk management.</a:t>
            </a:r>
          </a:p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F07B4-67D1-70FF-F747-1C62B42C39F7}"/>
              </a:ext>
            </a:extLst>
          </p:cNvPr>
          <p:cNvSpPr txBox="1"/>
          <p:nvPr/>
        </p:nvSpPr>
        <p:spPr>
          <a:xfrm>
            <a:off x="709973" y="4294156"/>
            <a:ext cx="4684469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1">
                <a:latin typeface="Segoe UI"/>
                <a:cs typeface="Segoe UI"/>
              </a:rPr>
              <a:t>Operational Risks</a:t>
            </a:r>
          </a:p>
          <a:p>
            <a:endParaRPr lang="en-US"/>
          </a:p>
          <a:p>
            <a:r>
              <a:rPr lang="en-US" sz="1200"/>
              <a:t>1. Shipment Concentration Risk</a:t>
            </a:r>
          </a:p>
          <a:p>
            <a:r>
              <a:rPr lang="en-US" sz="1200"/>
              <a:t>Heavy reliance on Gauteng increases vulnerability to disruptions.</a:t>
            </a:r>
          </a:p>
          <a:p>
            <a:endParaRPr lang="en-US" sz="1200"/>
          </a:p>
          <a:p>
            <a:r>
              <a:rPr lang="en-US" sz="1200"/>
              <a:t>2. Standard Delivery Dependency</a:t>
            </a:r>
          </a:p>
          <a:p>
            <a:r>
              <a:rPr lang="en-US" sz="1200"/>
              <a:t>Most deliveries rely on standard shipping processes, increasing business exposure if disruptions occur.</a:t>
            </a:r>
          </a:p>
          <a:p>
            <a:endParaRPr lang="en-US" sz="1200"/>
          </a:p>
          <a:p>
            <a:r>
              <a:rPr lang="en-US" sz="1200"/>
              <a:t>3. Capacity Planning Risk</a:t>
            </a:r>
          </a:p>
          <a:p>
            <a:r>
              <a:rPr lang="en-US" sz="1200"/>
              <a:t>Demand fluctuations create underutilization during quiet periods and capacity constraints during busy periods.</a:t>
            </a:r>
          </a:p>
          <a:p>
            <a:pPr algn="l"/>
            <a:endParaRPr 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93539-56E8-5773-5165-6F145FA7F33C}"/>
              </a:ext>
            </a:extLst>
          </p:cNvPr>
          <p:cNvSpPr txBox="1"/>
          <p:nvPr/>
        </p:nvSpPr>
        <p:spPr>
          <a:xfrm>
            <a:off x="6426863" y="4313139"/>
            <a:ext cx="548425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1"/>
              <a:t>Recommendations</a:t>
            </a:r>
          </a:p>
          <a:p>
            <a:endParaRPr lang="en-US"/>
          </a:p>
          <a:p>
            <a:pPr marL="285750" indent="-285750">
              <a:buChar char="•"/>
            </a:pPr>
            <a:r>
              <a:rPr lang="en-US" sz="1200"/>
              <a:t>Prioritize improvement initiatives at high-risk warehouses.</a:t>
            </a:r>
          </a:p>
          <a:p>
            <a:pPr marL="285750" indent="-285750">
              <a:buChar char="•"/>
            </a:pPr>
            <a:r>
              <a:rPr lang="en-US" sz="1200"/>
              <a:t>Improve route planning and delivery scheduling.</a:t>
            </a:r>
          </a:p>
          <a:p>
            <a:pPr marL="285750" indent="-285750">
              <a:buChar char="•"/>
            </a:pPr>
            <a:r>
              <a:rPr lang="en-US" sz="1200"/>
              <a:t>Increase staffing and fleet capacity during peak periods.</a:t>
            </a:r>
          </a:p>
          <a:p>
            <a:pPr marL="285750" indent="-285750">
              <a:buChar char="•"/>
            </a:pPr>
            <a:r>
              <a:rPr lang="en-US" sz="1200"/>
              <a:t>Implement proactive vehicle maintenance programs.</a:t>
            </a:r>
          </a:p>
          <a:p>
            <a:pPr marL="285750" indent="-285750">
              <a:buChar char="•"/>
            </a:pPr>
            <a:r>
              <a:rPr lang="en-US" sz="1200"/>
              <a:t>Monitor warehouse, fleet, and delivery performance through Power BI dashboards.</a:t>
            </a:r>
          </a:p>
          <a:p>
            <a:pPr marL="285750" indent="-285750">
              <a:buChar char="•"/>
            </a:pPr>
            <a:r>
              <a:rPr lang="en-US" sz="1200"/>
              <a:t>Use demand forecasting to improve resource allocation and inventory planning.</a:t>
            </a:r>
          </a:p>
          <a:p>
            <a:pPr marL="285750" indent="-285750">
              <a:buChar char="•"/>
            </a:pPr>
            <a:r>
              <a:rPr lang="en-US" sz="1200"/>
              <a:t>Enhance customer communication through regular shipment status updates.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89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D955-121E-5F04-194A-23C919603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47" y="339367"/>
            <a:ext cx="10290000" cy="448640"/>
          </a:xfrm>
        </p:spPr>
        <p:txBody>
          <a:bodyPr/>
          <a:lstStyle/>
          <a:p>
            <a:pPr algn="ctr"/>
            <a:r>
              <a:rPr lang="en-US" sz="2400" b="1" i="1">
                <a:latin typeface="Segoe UI"/>
                <a:cs typeface="Segoe UI"/>
              </a:rPr>
              <a:t>Conclusion</a:t>
            </a:r>
            <a:endParaRPr lang="en-US" sz="2400" b="1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2D66A-9E86-8A20-20F8-54135659EAF8}"/>
              </a:ext>
            </a:extLst>
          </p:cNvPr>
          <p:cNvSpPr txBox="1"/>
          <p:nvPr/>
        </p:nvSpPr>
        <p:spPr>
          <a:xfrm>
            <a:off x="444008" y="1308588"/>
            <a:ext cx="10266493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800"/>
              <a:t>The Supply Guard analysis revealed that delivery delays are primarily driven by high-volume warehouses, shipment concentration, and a peak demand periods. </a:t>
            </a:r>
            <a:endParaRPr lang="en-US"/>
          </a:p>
          <a:p>
            <a:pPr marL="285750" indent="-285750">
              <a:buChar char="•"/>
            </a:pPr>
            <a:r>
              <a:rPr lang="en-US" sz="1800"/>
              <a:t>By improving warehouse operations, transportation efficiency, capacity planning, and real-time monitoring, the organization can reduce delivery risk, improve customer satisfaction, and create a more resilient, data-driven supply chain.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71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A260E04C-C1F8-E5EC-AE5E-B22E384D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CBDCCDC0-BC57-4D6C-F4DD-4FF1E3B8640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50"/>
              <a:t>Drivers Analysis</a:t>
            </a:r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5B0461A6-A374-FD7C-6DFC-3B119B405C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85B36BC4-0DC4-18E7-718B-4F0306B1B467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88D99DD0-5484-F1AC-1B43-E2D2E7E89A38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B2BE7462-86A1-B512-6BE3-83D242367C34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9835C867-C0AA-90A9-4B56-9A2AF1E44BB9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38A6FFE4-C9FD-37D2-2045-1EF373D473AA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BC3D422D-667D-C6D2-542A-C3F3CC24FC04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5FAC1B3A-B71D-5D77-CD25-8638A56DA156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8CD07161-AE68-5D77-7D9D-FFA55DCEFDEE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29ABF9F5-27A2-0FA6-CC50-236107CE215B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779B3B63-6037-F8A9-75F6-EC6CFD945824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21602ACE-F412-9442-607B-932E9883AE6E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A0A26301-C23E-B5B6-E1F1-E87CEF8AE508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57FAE9DA-C9C5-750C-E595-D66D2D75E57F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CC1F124B-BB77-B0D6-5AD4-B9CB897BE034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0D7E6F5C-B6E9-8A07-4B52-B6870A6EC8ED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D811756B-891D-167B-A33E-17B80F92D2CE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37151C94-9382-216B-728B-E87BC196D210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B13C6AC1-826F-05EA-3301-AC66445A00AC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AF6B082A-D502-3D8A-9284-F25BB5AFDA5E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107264BC-D927-A537-6A3C-EC63E532DA99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201D2607-65DB-E4C2-F19A-0078DBC3C9D1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EFBB984C-B5C9-297D-08E4-9FF014A367CB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09CB4EC1-FD23-66D1-431B-317C04D33F66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80795201-32B1-81E6-8629-5D42DE9756A4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5D4EE517-22F5-8560-3874-94FA1C03AD1E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CBDC1D8D-1A15-23BD-E851-EE2762A61A65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5AB0724D-1519-8C4A-34CE-7A4D0E64A3FD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D0EB4D6D-AA04-F878-46C0-D1E8DDB5E772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D4F05219-5D68-F921-A793-5A73956D22E2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F51F246C-6C6A-FCE1-BC4C-99C5418742F7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41CD9E0F-8B77-0F6C-2854-63C48D714D99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496F8C92-7E3C-B134-53B9-3246E7669C83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CA4C14DB-39BC-D5F8-5DD7-1CB0BBEAAEE0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F9027F9F-6FD9-37BD-9117-449BD2FFD965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AB9C6033-CC37-7A4F-12BA-20DC523556F0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C7EB9AD9-4F22-85A8-9E4E-4ED4C3F911D2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311E459B-6C8A-BC31-59D8-A19357CDA663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E3CFE20A-2875-3F92-A368-489DC80F53BB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5C80084C-85B8-7D36-527D-F1AAF008A212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C2FE83A1-954B-61A4-5333-803F8891FB67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0BF473B8-0D36-9818-037D-C8B6A9E39677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3A8023C3-46DC-7B8F-36B0-9E03A6AC5C8E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48F746FC-3C79-7F46-E7FC-5EDA3264EC43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FF1224B6-CA61-F23E-C923-2B74673E22AE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907DAD01-F3EB-6C2A-67E5-04FAEF690D1F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3A249388-2569-BA53-C348-8BE26F347A65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32EAA6C5-AD23-D731-AC21-E5F4E63A5A9B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BCF08FF1-BEF8-3C35-90AA-0929C5E8ED1C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8B8CD558-B816-F3E8-3F8E-93F8B94C7070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5CEB0BFD-2B87-4B82-67AA-2FC6DDBFB9F0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FF7B1142-A611-9E31-2AC1-7E25541ABE5B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C20D4F8D-18EA-0235-E067-3588D2C1B6A6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C5F246F9-972D-FABA-F218-B95A09595A3B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81B6D09A-3E3A-F0FB-0A40-79C3658CD48A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FFD82DDE-2BA6-84E0-C556-2359BC0E1FD2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656CD1DF-D517-210C-05FD-FAAE6BABAE22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4334EF93-E62D-E830-7F62-380EA400CFDB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3DBC8733-4E36-0304-671B-86EB8F4AFB35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2DAF9994-E679-4522-4FCC-06851AFB6C71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E8E1D028-C209-7457-6D9E-956887936C48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E17DB6EE-FFBD-580D-BDC1-6E8EB7B0E30E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45199356-646F-D925-BF90-75CFA721A24E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974E8F83-0C5D-FA61-DF10-AFA1836D75A3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4BF1DFD4-4DDF-4D7B-B0B4-E751FDB63322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E9A4CDA6-31CF-01A5-7F0E-83D7B6E6C6B6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021F0355-DAEF-E328-95A7-B1E3A4A97185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FB84EC6D-ED18-B9F6-4F3C-EA9BF3C4EB46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4A6BBA92-64C5-93AB-BD1E-5E4392578775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D3A89901-2DCC-254A-631E-2C30A7E9C18C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0CBB20C4-0541-4FBB-B5A8-BE4235D5AA7C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4CFD0D1D-CAC6-1FD0-A320-D38894644C11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893A70BA-61A6-3683-2752-B861E8AA702B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58E40848-8A0A-FF36-C4D7-BA788CAAAB0D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6695C24E-2FE0-CB14-310E-49728647C55D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30621DD4-7399-967F-1535-C34DB2E54A2F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2A2710C5-D06D-30E4-BFE9-5547A8C40A51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7AB0D16A-753F-FD11-4023-FA71F2EA1153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203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6F2BE-A46B-6D73-D136-FE6D5F73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6B437-AF3D-8007-3D98-B7A88BB1705E}"/>
              </a:ext>
            </a:extLst>
          </p:cNvPr>
          <p:cNvSpPr txBox="1"/>
          <p:nvPr/>
        </p:nvSpPr>
        <p:spPr>
          <a:xfrm>
            <a:off x="1128532" y="2059329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i="0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Total number of drivers in the database is 10,000.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This represents the workforce being </a:t>
            </a:r>
            <a:r>
              <a:rPr lang="en-US">
                <a:latin typeface="Segoe UI"/>
                <a:ea typeface="Segoe UI"/>
                <a:cs typeface="Segoe UI"/>
              </a:rPr>
              <a:t>analyzed</a:t>
            </a:r>
            <a:r>
              <a:rPr lang="en-US" b="0" i="0">
                <a:latin typeface="Segoe UI"/>
                <a:ea typeface="Segoe UI"/>
                <a:cs typeface="Segoe UI"/>
              </a:rPr>
              <a:t>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All dashboard visuals are based on these records.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The </a:t>
            </a:r>
            <a:r>
              <a:rPr lang="en-US">
                <a:latin typeface="Segoe UI"/>
                <a:ea typeface="Segoe UI"/>
                <a:cs typeface="Segoe UI"/>
              </a:rPr>
              <a:t>organization</a:t>
            </a:r>
            <a:r>
              <a:rPr lang="en-US" b="0" i="0">
                <a:latin typeface="Segoe UI"/>
                <a:ea typeface="Segoe UI"/>
                <a:cs typeface="Segoe UI"/>
              </a:rPr>
              <a:t> maintains a large driver workforce of 10,000 drivers.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44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C1D9-8382-D3BA-5043-BB753D23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Drivers each province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6CF99-9850-457A-E4C1-22E18175A117}"/>
              </a:ext>
            </a:extLst>
          </p:cNvPr>
          <p:cNvSpPr txBox="1"/>
          <p:nvPr/>
        </p:nvSpPr>
        <p:spPr>
          <a:xfrm>
            <a:off x="950026" y="2053442"/>
            <a:ext cx="4013685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Drivers are distributed across all South African provinces.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The distribution is relatively balanced.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No province dominates the workforce.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Driver allocation appears evenly spread across provinces.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AF43A-2D0F-63D4-261B-6DD8801D7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143" y="1181306"/>
            <a:ext cx="6903348" cy="444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52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7AA2-53B1-7CDA-2A72-5FAC2F6BD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 rating per province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2F59B-53DD-6494-8563-9A3F24F640F6}"/>
              </a:ext>
            </a:extLst>
          </p:cNvPr>
          <p:cNvSpPr txBox="1"/>
          <p:nvPr/>
        </p:nvSpPr>
        <p:spPr>
          <a:xfrm>
            <a:off x="791688" y="2498766"/>
            <a:ext cx="422563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Performance ratings are consistent across provinces.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No major performance gaps are visible.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Drivers achieve similar performance standards nationally.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Driver performance is stable regardless of province.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01AAC-33A7-7979-5136-4EFF707B0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527" y="1563584"/>
            <a:ext cx="6311698" cy="35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3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7B2D-0FF0-2AC8-B9B5-469EEB3B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License Type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10114-AF93-8D08-CF89-3605E9182FA1}"/>
              </a:ext>
            </a:extLst>
          </p:cNvPr>
          <p:cNvSpPr txBox="1"/>
          <p:nvPr/>
        </p:nvSpPr>
        <p:spPr>
          <a:xfrm>
            <a:off x="950967" y="1547467"/>
            <a:ext cx="4954500" cy="435254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  <a:buFont typeface="Arial"/>
              <a:buChar char="•"/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Code 10 licenses represent the largest group.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Code 8 licenses form the second largest category.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Code 14 licenses are the smallest group.</a:t>
            </a:r>
          </a:p>
          <a:p>
            <a:pPr>
              <a:spcAft>
                <a:spcPts val="600"/>
              </a:spcAft>
              <a:buFont typeface="Arial"/>
              <a:buChar char="•"/>
            </a:pPr>
            <a:endParaRPr lang="en-US" sz="1867" b="0" i="0" u="none" strike="noStrike" cap="none" spc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Font typeface="Arial"/>
              <a:buChar char="•"/>
            </a:pPr>
            <a:endParaRPr lang="en-US" sz="1867" b="0" i="0" u="none" strike="noStrike" cap="none" spc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Key Insight:</a:t>
            </a:r>
          </a:p>
          <a:p>
            <a:pPr lvl="1">
              <a:spcAft>
                <a:spcPts val="600"/>
              </a:spcAft>
              <a:buFont typeface="Arial"/>
              <a:buNone/>
            </a:pPr>
            <a:r>
              <a:rPr lang="en-US" sz="1867" b="0" i="0" u="none" strike="noStrike" cap="none" spc="0">
                <a:solidFill>
                  <a:schemeClr val="dk1"/>
                </a:solidFill>
              </a:rPr>
              <a:t>Most drivers possess a Code 10 license.</a:t>
            </a:r>
          </a:p>
          <a:p>
            <a:pPr>
              <a:spcAft>
                <a:spcPts val="600"/>
              </a:spcAft>
            </a:pPr>
            <a:endParaRPr lang="en-US" sz="1867" b="0" i="0" u="none" strike="noStrike" cap="none" spc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</a:pPr>
            <a:endParaRPr lang="en-US" sz="1867" b="0" i="0" u="none" strike="noStrike" cap="none" spc="0">
              <a:solidFill>
                <a:schemeClr val="dk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1B2D2-7878-0F88-7651-C87CADE5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04" r="27210" b="-1"/>
          <a:stretch>
            <a:fillRect/>
          </a:stretch>
        </p:blipFill>
        <p:spPr>
          <a:xfrm>
            <a:off x="6286467" y="1547467"/>
            <a:ext cx="4954500" cy="4352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361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FB78F46-D7D6-4C5F-CE4E-F5F5682A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</p:spPr>
        <p:txBody>
          <a:bodyPr/>
          <a:lstStyle/>
          <a:p>
            <a:r>
              <a:rPr lang="en-US"/>
              <a:t>Employment Type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26EA3-7F91-BFE5-2A4C-05D3EB82E3A5}"/>
              </a:ext>
            </a:extLst>
          </p:cNvPr>
          <p:cNvSpPr txBox="1"/>
          <p:nvPr/>
        </p:nvSpPr>
        <p:spPr>
          <a:xfrm>
            <a:off x="810228" y="2435506"/>
            <a:ext cx="421511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Permanent employees form the majority.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Contract drivers are the second-largest group.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Owner Drivers represent the smallest segment.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The company relies mostly on permanent drivers.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B0C0A-B178-51BE-36EB-86A34825E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512" y="1853695"/>
            <a:ext cx="6107937" cy="33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92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AEB2-E303-2079-6F47-8F0589A7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Experience vs Performance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93DB58-A1AB-78E8-B009-4793F2107217}"/>
              </a:ext>
            </a:extLst>
          </p:cNvPr>
          <p:cNvSpPr txBox="1"/>
          <p:nvPr/>
        </p:nvSpPr>
        <p:spPr>
          <a:xfrm>
            <a:off x="617316" y="2416215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Driver experience and performance are positively related.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More experienced drivers generally maintain strong ratings.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Training investments may improve long-term performance.</a:t>
            </a: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pPr>
              <a:buFont typeface=""/>
              <a:buChar char="•"/>
            </a:pPr>
            <a:endParaRPr lang="en-US">
              <a:latin typeface="Segoe UI"/>
              <a:ea typeface="Segoe UI"/>
              <a:cs typeface="Segoe UI"/>
            </a:endParaRPr>
          </a:p>
          <a:p>
            <a:r>
              <a:rPr lang="en-US" b="1" i="0">
                <a:latin typeface="Segoe UI"/>
                <a:ea typeface="Segoe UI"/>
                <a:cs typeface="Segoe UI"/>
              </a:rPr>
              <a:t>Key Insight:</a:t>
            </a:r>
          </a:p>
          <a:p>
            <a:pPr lvl="1">
              <a:buFont typeface=""/>
              <a:buNone/>
            </a:pPr>
            <a:r>
              <a:rPr lang="en-US" b="0" i="0">
                <a:latin typeface="Segoe UI"/>
                <a:ea typeface="Segoe UI"/>
                <a:cs typeface="Segoe UI"/>
              </a:rPr>
              <a:t>Experience contributes to stable driver performance.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51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F10B-A9A6-CEB5-F01C-4F0050E5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D728A5-AA97-0743-C39F-36E2BFF8B155}"/>
              </a:ext>
            </a:extLst>
          </p:cNvPr>
          <p:cNvSpPr txBox="1"/>
          <p:nvPr/>
        </p:nvSpPr>
        <p:spPr>
          <a:xfrm>
            <a:off x="959922" y="1825831"/>
            <a:ext cx="60960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Continue monthly monitoring of driver KPIs.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Maintain training and development initiatives.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Recruit according to </a:t>
            </a:r>
            <a:r>
              <a:rPr lang="en-US">
                <a:latin typeface="Segoe UI"/>
                <a:ea typeface="Segoe UI"/>
                <a:cs typeface="Segoe UI"/>
              </a:rPr>
              <a:t>license</a:t>
            </a:r>
            <a:r>
              <a:rPr lang="en-US" b="0" i="0">
                <a:latin typeface="Segoe UI"/>
                <a:ea typeface="Segoe UI"/>
                <a:cs typeface="Segoe UI"/>
              </a:rPr>
              <a:t> requirements.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Review employment mix periodically.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Use dashboard insights for operational decisions.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27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C24DDEF7-5558-4DD4-01AA-872D9AD6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B2B7A3D7-2928-E31B-1598-3427148D39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67"/>
              <a:t>Delivery Risk &amp; Business Intelligence </a:t>
            </a:r>
            <a:endParaRPr sz="5867"/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70718D72-E21D-D933-1CF7-F42EE970E34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AF8DDCC0-28EA-9D88-9D19-4A3138D6C7BB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2D4FF439-5E8C-1101-A2F4-7FDEAC439771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0DCD1C09-C454-33F6-FE75-D423AA3FDFCA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7FD72FB2-E5CB-D49D-A212-BAC28E41A56D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0C30EF42-B990-F027-F24C-AD2CB4326390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EACE0A2D-C5EF-8B7A-63FD-A61770F4615B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94269E75-DDEB-5224-8784-D784CE556CEF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E3532610-3AF2-FE7F-BB52-0AC1A7126E6E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6A9B148C-0860-CD97-E998-55BC8341CA22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8081A672-38B0-C640-F656-357FAA882910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A81CCBFF-DA31-1C3A-016C-B0D41517F67B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A6E47A38-A9F6-3021-7648-D1D53F61B5F6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B3154EFE-4F3D-E415-33BA-70FF4673A271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5858B57B-8A0C-EB22-4146-14C549F76B2A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8B10D357-4D20-A24B-1649-5813C31D26E5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24F458BF-8B8F-CB33-39D4-F060B8F20A5B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F85CAE90-7589-1E26-FBF7-83DB6ACF3418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B4213690-07A4-87FA-7D54-C881D1B2597C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C00EEB30-CE18-5B28-13E2-A4BA7C440FEB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0849C398-ADF3-E41D-C911-119706D630BC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6A80FA45-8868-584B-BC20-9FB00868E2FD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3AE9360F-A2DB-FEA9-6F79-57FB97AA1E8E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E72D76AF-3A92-0A60-90A9-8CCC04F1221C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DD5A4C66-37B1-233D-DA2D-A83F68E30F3A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9EEA3D93-BE9F-1530-5F6C-905A2F2FFAE1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251E1584-D355-F29B-05ED-D931A827B67A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0E99ACA8-412F-BB7F-D88E-F2B793DFF0D4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ED717B6A-B6CC-D265-BFE5-9CF7E9DA0B7F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0731D596-2BD7-E0EC-B364-C1D23FF32B23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FD30D6EB-3039-BCDE-437E-D55188CACD01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E9698A28-BC8D-0195-20A0-A8F75F45B092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F428D304-CE3E-5522-71D4-00C58EAB3603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819DA819-FB35-9CC3-CE80-712E955B0290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7F25A4B5-78D0-9D50-379B-BDFF2AB37D56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2CEB60EE-8CE2-8E74-AE5B-A0D3E7FAFFD9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DB8A4FE0-8AFA-AC5A-9BB9-6D71BDF994F0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C3254B57-6883-E2A9-D36E-83C6B31A2578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A9D2DDED-E7C4-4059-9624-F0064ACE7457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091AB0BE-9D5E-8647-134F-18F7C1604C45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864D39D2-D34F-2815-8C70-B1BD48568ED8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631188C6-5F8B-81FD-4472-2B3F39B9812D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C8403EA4-56AC-E934-5309-36BD16B2D0F8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7442FA52-CEE8-7A84-48DE-C1FF31320BFA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CA8FC824-06AA-6772-59AF-93D1C48FA0FF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B4DBA4E2-0A0F-8685-DAE3-B4865F13F91A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EE19BD13-1472-3783-C837-786ABC925947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A605CCF7-85F9-FAD8-342C-3B37D7DD7CD4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9AB7A81E-B447-93C2-EBAD-2DA1A47513E5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0EB95FA0-6333-5BFB-36CC-598F3C325CF8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AD70DB9E-41B4-1778-6F62-453776B20BF6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32D22815-BF77-24DB-FAB0-76DA722FB760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B243803F-C77F-2822-20F9-24709B122D82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7F6402C1-A741-50E3-45B6-5A51B692767C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54D31B87-DD44-C945-1429-1F2FF17852F6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469F1497-2708-E778-48C4-8FD6DB637FD8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848CD954-913E-686E-87CC-99B5D08A88B1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A2CD44FD-D049-85E6-81BC-B31DB239D070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9837B566-714A-EF47-31DD-E2D98567CAA0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EB849690-9C9F-F69C-4C7A-EE86EDBA5809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D52284D0-A979-129D-1BD0-6478C4174FC4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F982F092-51CE-2557-D648-CC7217442F8F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4686587F-E037-1CDF-509D-64AD37F771C4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C20EC4A1-3DF0-0798-D3DD-A4C120F4F5DC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B2826CE3-F0C7-6690-64B0-4DF16CD4284C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61454A57-D179-6085-48E7-4D5D6C9ECE41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521D84B7-287E-986B-7B0C-89790BBB0B57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E3621CA6-1B7F-D791-DE3A-54DD7F66E405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A2FEC913-BBF2-EFDC-B272-BAC574EDA40C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EF1FAF25-FA7A-C7F7-7DBF-C416685D1B5C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7EAAF00E-F880-FF7B-AC2F-66B80CB01F72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652994D5-33EF-92A4-79B8-B21DF4CBE0F3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ACC09ECE-5F54-AC9D-6690-7B0197B699A5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CEB1A34A-7A66-BF2C-1AE7-4364EE537C58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BD94D68A-836A-6205-6F5B-9135BB11CA99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02789C53-4D60-C6EC-C432-9521D1BB1D43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6D18782E-D55A-EF5C-FB9B-29DD6F02ED7E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B3A93CDA-5C26-BA60-DD02-400E0913AA91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8173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9E325D6-3302-EC0F-B9B7-A67CB41B2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993" y="253867"/>
            <a:ext cx="8355440" cy="500000"/>
          </a:xfrm>
        </p:spPr>
        <p:txBody>
          <a:bodyPr/>
          <a:lstStyle/>
          <a:p>
            <a:pPr algn="ctr"/>
            <a:r>
              <a:rPr lang="en-US" sz="1850" b="1" i="1">
                <a:latin typeface="Aptos Slab Black"/>
              </a:rPr>
              <a:t>Delivery Status Distribution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21DE2-0B63-57C3-53D3-F14C7D90F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138842"/>
            <a:ext cx="10292080" cy="557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13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5AA15-DAAB-5C84-992F-FEC829A1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C9897A-F984-9733-9E35-9A8DFCC05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1003576"/>
            <a:ext cx="10353040" cy="55823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2A18D3-9D93-9B26-428E-70AEAD37D9F7}"/>
              </a:ext>
            </a:extLst>
          </p:cNvPr>
          <p:cNvSpPr txBox="1"/>
          <p:nvPr/>
        </p:nvSpPr>
        <p:spPr>
          <a:xfrm>
            <a:off x="2228201" y="314201"/>
            <a:ext cx="61695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1">
                <a:solidFill>
                  <a:schemeClr val="tx1"/>
                </a:solidFill>
              </a:rPr>
              <a:t>AVERAGE DELIVERY DURATION BY STATUS</a:t>
            </a:r>
          </a:p>
        </p:txBody>
      </p:sp>
    </p:spTree>
    <p:extLst>
      <p:ext uri="{BB962C8B-B14F-4D97-AF65-F5344CB8AC3E}">
        <p14:creationId xmlns:p14="http://schemas.microsoft.com/office/powerpoint/2010/main" val="410954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BFAD-29B8-30F8-D102-488087DA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217447"/>
            <a:ext cx="10290000" cy="540080"/>
          </a:xfrm>
        </p:spPr>
        <p:txBody>
          <a:bodyPr/>
          <a:lstStyle/>
          <a:p>
            <a:r>
              <a:rPr lang="en-US" b="1" i="1"/>
              <a:t>AVERAGE DELIVERY BY DISTANCE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7C046F-1FC4-2DB7-FB69-4E15F4A5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52292"/>
            <a:ext cx="10414000" cy="473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41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9EC6C-E7C5-6B8A-7E26-25F0E8CF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</p:spPr>
        <p:txBody>
          <a:bodyPr wrap="square" anchor="ctr">
            <a:normAutofit/>
          </a:bodyPr>
          <a:lstStyle/>
          <a:p>
            <a:r>
              <a:rPr lang="en-US" b="1" i="1"/>
              <a:t>LATE DELIVERY SPLIT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7F2623-896B-3C9B-B815-730A31FD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73" b="2732"/>
          <a:stretch>
            <a:fillRect/>
          </a:stretch>
        </p:blipFill>
        <p:spPr>
          <a:xfrm>
            <a:off x="950967" y="1547467"/>
            <a:ext cx="10290000" cy="4352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4948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81A8-BA8E-4F0F-E1C7-CD4B6F7A5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92" y="374292"/>
            <a:ext cx="10290000" cy="649300"/>
          </a:xfrm>
        </p:spPr>
        <p:txBody>
          <a:bodyPr/>
          <a:lstStyle/>
          <a:p>
            <a:pPr algn="ctr"/>
            <a:r>
              <a:rPr lang="en-US" b="1" i="1"/>
              <a:t>WAREHOUSE DURATION RISK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12EC7-FD8E-BB0B-31E7-11DC8168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1445"/>
            <a:ext cx="10515600" cy="493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338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6874-30BD-6499-C79F-B0655C8C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47" y="207287"/>
            <a:ext cx="10290000" cy="651840"/>
          </a:xfrm>
        </p:spPr>
        <p:txBody>
          <a:bodyPr/>
          <a:lstStyle/>
          <a:p>
            <a:pPr algn="ctr"/>
            <a:r>
              <a:rPr lang="en-US" sz="2800" b="1" i="1"/>
              <a:t>TIME-BASED DELIVERY INTELLIGENCE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26D101-1E48-F5B3-7394-78523F5C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1170046"/>
            <a:ext cx="10444480" cy="514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15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86E9B-1F75-1666-3905-BECD3DEBD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17" y="155217"/>
            <a:ext cx="10290000" cy="430225"/>
          </a:xfrm>
        </p:spPr>
        <p:txBody>
          <a:bodyPr/>
          <a:lstStyle/>
          <a:p>
            <a:pPr algn="ctr"/>
            <a:r>
              <a:rPr lang="en-US" sz="1800" b="1" i="1">
                <a:latin typeface="Segoe UI"/>
                <a:cs typeface="Segoe UI"/>
              </a:rPr>
              <a:t>Business Intelligence &amp; Management Intelligence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3DE774-8BC3-A83E-7D33-A3A6026EAE64}"/>
              </a:ext>
            </a:extLst>
          </p:cNvPr>
          <p:cNvSpPr txBox="1"/>
          <p:nvPr/>
        </p:nvSpPr>
        <p:spPr>
          <a:xfrm>
            <a:off x="842632" y="914042"/>
            <a:ext cx="10554337" cy="58785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1"/>
              <a:t>Key Findings</a:t>
            </a:r>
            <a:endParaRPr lang="en-US"/>
          </a:p>
          <a:p>
            <a:endParaRPr lang="en-US"/>
          </a:p>
          <a:p>
            <a:pPr marL="285750" indent="-285750">
              <a:buChar char="•"/>
            </a:pPr>
            <a:r>
              <a:rPr lang="en-US"/>
              <a:t>Shipment volumes are heavily concentrated in Gauteng, creating operational bottleneck risks.</a:t>
            </a:r>
          </a:p>
          <a:p>
            <a:pPr marL="285750" indent="-285750">
              <a:buChar char="•"/>
            </a:pPr>
            <a:r>
              <a:rPr lang="en-US"/>
              <a:t>Delivery performance is affected by seasonal demand fluctuations and peak periods.</a:t>
            </a:r>
          </a:p>
          <a:p>
            <a:pPr marL="285750" indent="-285750">
              <a:buChar char="•"/>
            </a:pPr>
            <a:r>
              <a:rPr lang="en-US"/>
              <a:t>Power BI dashboards provide visibility into operational performance and supply chain risks.</a:t>
            </a:r>
          </a:p>
          <a:p>
            <a:pPr marL="285750" indent="-285750">
              <a:buChar char="•"/>
            </a:pPr>
            <a:endParaRPr lang="en-US" sz="1100">
              <a:latin typeface="Segoe UI"/>
              <a:cs typeface="Segoe UI"/>
            </a:endParaRPr>
          </a:p>
          <a:p>
            <a:r>
              <a:rPr lang="en-US" sz="1800" b="1" i="1"/>
              <a:t>Business Insights</a:t>
            </a:r>
          </a:p>
          <a:p>
            <a:endParaRPr lang="en-US" sz="1800" b="1" i="1"/>
          </a:p>
          <a:p>
            <a:pPr>
              <a:buChar char="•"/>
            </a:pPr>
            <a:r>
              <a:rPr lang="en-US"/>
              <a:t>Shipment concentration increases dependency on key regions.</a:t>
            </a:r>
          </a:p>
          <a:p>
            <a:pPr>
              <a:buChar char="•"/>
            </a:pPr>
            <a:r>
              <a:rPr lang="en-US"/>
              <a:t>Demand fluctuations highlight the need for improved capacity planning.</a:t>
            </a:r>
          </a:p>
          <a:p>
            <a:pPr>
              <a:buChar char="•"/>
            </a:pPr>
            <a:r>
              <a:rPr lang="en-US"/>
              <a:t>Data-driven monitoring enables proactive decision-making and risk mitigation.</a:t>
            </a:r>
          </a:p>
          <a:p>
            <a:pPr>
              <a:buChar char="•"/>
            </a:pPr>
            <a:endParaRPr lang="en-US"/>
          </a:p>
          <a:p>
            <a:r>
              <a:rPr lang="en-US" sz="1800" b="1" i="1"/>
              <a:t>Recommendations</a:t>
            </a:r>
          </a:p>
          <a:p>
            <a:pPr>
              <a:buChar char="•"/>
            </a:pPr>
            <a:endParaRPr lang="en-US" sz="1800" b="1" i="1"/>
          </a:p>
          <a:p>
            <a:pPr>
              <a:buChar char="•"/>
            </a:pPr>
            <a:r>
              <a:rPr lang="en-US" sz="1600"/>
              <a:t>Improve forecasting and capacity planning for peak demand periods.</a:t>
            </a:r>
          </a:p>
          <a:p>
            <a:pPr>
              <a:buChar char="•"/>
            </a:pPr>
            <a:r>
              <a:rPr lang="en-US" sz="1600"/>
              <a:t>Optimize route planning, fleet utilization, and resource allocation.</a:t>
            </a:r>
          </a:p>
          <a:p>
            <a:pPr>
              <a:buChar char="•"/>
            </a:pPr>
            <a:r>
              <a:rPr lang="en-US" sz="1600"/>
              <a:t>Use Power BI dashboards for continuous monitoring of KPIs and operational risks.</a:t>
            </a:r>
          </a:p>
          <a:p>
            <a:pPr>
              <a:buChar char="•"/>
            </a:pPr>
            <a:endParaRPr lang="en-US" sz="1600"/>
          </a:p>
          <a:p>
            <a:r>
              <a:rPr lang="en-US" sz="1800" b="1" i="1"/>
              <a:t>Conclusion</a:t>
            </a:r>
          </a:p>
          <a:p>
            <a:pPr>
              <a:buChar char="•"/>
            </a:pPr>
            <a:r>
              <a:rPr lang="en-US"/>
              <a:t>The Business Intelligence solution enables management to proactively monitor performance, identify operational risks, and make informed decisions. By improving planning, resource allocation, and operational visibility, the organization can build a more efficient and resilient supply chain.</a:t>
            </a:r>
          </a:p>
          <a:p>
            <a:pPr algn="l"/>
            <a:endParaRPr lang="en-US"/>
          </a:p>
          <a:p>
            <a:pPr marL="285750" indent="-285750">
              <a:buChar char="•"/>
            </a:pPr>
            <a:endParaRPr lang="en-US" sz="1100">
              <a:latin typeface="Segoe UI"/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34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>
          <a:extLst>
            <a:ext uri="{FF2B5EF4-FFF2-40B4-BE49-F238E27FC236}">
              <a16:creationId xmlns:a16="http://schemas.microsoft.com/office/drawing/2014/main" id="{D07E0BF3-D35C-B5AE-311F-D34F4183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>
            <a:extLst>
              <a:ext uri="{FF2B5EF4-FFF2-40B4-BE49-F238E27FC236}">
                <a16:creationId xmlns:a16="http://schemas.microsoft.com/office/drawing/2014/main" id="{2CACD50E-3AB7-4AB8-4C4C-4B0C727C40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12068" y="2996177"/>
            <a:ext cx="6303999" cy="1216054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ZA" sz="5867"/>
              <a:t>Operational Risk Scoring</a:t>
            </a:r>
            <a:endParaRPr sz="5867"/>
          </a:p>
        </p:txBody>
      </p:sp>
      <p:sp>
        <p:nvSpPr>
          <p:cNvPr id="668" name="Google Shape;668;p27">
            <a:extLst>
              <a:ext uri="{FF2B5EF4-FFF2-40B4-BE49-F238E27FC236}">
                <a16:creationId xmlns:a16="http://schemas.microsoft.com/office/drawing/2014/main" id="{0CA7552B-BE1A-D28B-28AE-68FE8A1371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89767" y="576233"/>
            <a:ext cx="1450000" cy="54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/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grpSp>
        <p:nvGrpSpPr>
          <p:cNvPr id="669" name="Google Shape;669;p27">
            <a:extLst>
              <a:ext uri="{FF2B5EF4-FFF2-40B4-BE49-F238E27FC236}">
                <a16:creationId xmlns:a16="http://schemas.microsoft.com/office/drawing/2014/main" id="{EFB1964B-07F0-115E-063A-F547C5D632BB}"/>
              </a:ext>
            </a:extLst>
          </p:cNvPr>
          <p:cNvGrpSpPr/>
          <p:nvPr/>
        </p:nvGrpSpPr>
        <p:grpSpPr>
          <a:xfrm>
            <a:off x="6354230" y="1013916"/>
            <a:ext cx="4329065" cy="4595513"/>
            <a:chOff x="4765672" y="760436"/>
            <a:chExt cx="3246799" cy="3446635"/>
          </a:xfrm>
        </p:grpSpPr>
        <p:sp>
          <p:nvSpPr>
            <p:cNvPr id="670" name="Google Shape;670;p27">
              <a:extLst>
                <a:ext uri="{FF2B5EF4-FFF2-40B4-BE49-F238E27FC236}">
                  <a16:creationId xmlns:a16="http://schemas.microsoft.com/office/drawing/2014/main" id="{95FBAD06-65D2-0DD2-527D-8AFBFBCBA8BC}"/>
                </a:ext>
              </a:extLst>
            </p:cNvPr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>
              <a:extLst>
                <a:ext uri="{FF2B5EF4-FFF2-40B4-BE49-F238E27FC236}">
                  <a16:creationId xmlns:a16="http://schemas.microsoft.com/office/drawing/2014/main" id="{62291D1A-D44D-AC6F-1C7B-23D97B37AE1E}"/>
                </a:ext>
              </a:extLst>
            </p:cNvPr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>
                <a:extLst>
                  <a:ext uri="{FF2B5EF4-FFF2-40B4-BE49-F238E27FC236}">
                    <a16:creationId xmlns:a16="http://schemas.microsoft.com/office/drawing/2014/main" id="{6E0F1893-CA9E-EC28-6FA6-A9EB9CCA59F9}"/>
                  </a:ext>
                </a:extLst>
              </p:cNvPr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>
                <a:extLst>
                  <a:ext uri="{FF2B5EF4-FFF2-40B4-BE49-F238E27FC236}">
                    <a16:creationId xmlns:a16="http://schemas.microsoft.com/office/drawing/2014/main" id="{621520BF-DD69-9BB2-FB9C-977A03B0886F}"/>
                  </a:ext>
                </a:extLst>
              </p:cNvPr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>
                <a:extLst>
                  <a:ext uri="{FF2B5EF4-FFF2-40B4-BE49-F238E27FC236}">
                    <a16:creationId xmlns:a16="http://schemas.microsoft.com/office/drawing/2014/main" id="{78FC1EE9-AFA8-D160-7631-F65896957196}"/>
                  </a:ext>
                </a:extLst>
              </p:cNvPr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>
                <a:extLst>
                  <a:ext uri="{FF2B5EF4-FFF2-40B4-BE49-F238E27FC236}">
                    <a16:creationId xmlns:a16="http://schemas.microsoft.com/office/drawing/2014/main" id="{13C37CC3-C597-9166-AEC3-257A23B1D119}"/>
                  </a:ext>
                </a:extLst>
              </p:cNvPr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>
                <a:extLst>
                  <a:ext uri="{FF2B5EF4-FFF2-40B4-BE49-F238E27FC236}">
                    <a16:creationId xmlns:a16="http://schemas.microsoft.com/office/drawing/2014/main" id="{68A65C82-48B2-1F53-4C18-5B010592BDD7}"/>
                  </a:ext>
                </a:extLst>
              </p:cNvPr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>
                <a:extLst>
                  <a:ext uri="{FF2B5EF4-FFF2-40B4-BE49-F238E27FC236}">
                    <a16:creationId xmlns:a16="http://schemas.microsoft.com/office/drawing/2014/main" id="{B2224833-CED9-531B-E56E-AE37F328A5D0}"/>
                  </a:ext>
                </a:extLst>
              </p:cNvPr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>
                <a:extLst>
                  <a:ext uri="{FF2B5EF4-FFF2-40B4-BE49-F238E27FC236}">
                    <a16:creationId xmlns:a16="http://schemas.microsoft.com/office/drawing/2014/main" id="{AEEDC1A4-79BA-899F-000A-F7567F03744D}"/>
                  </a:ext>
                </a:extLst>
              </p:cNvPr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>
                <a:extLst>
                  <a:ext uri="{FF2B5EF4-FFF2-40B4-BE49-F238E27FC236}">
                    <a16:creationId xmlns:a16="http://schemas.microsoft.com/office/drawing/2014/main" id="{A856DDC0-3761-E653-57B5-3081BAB6C1D8}"/>
                  </a:ext>
                </a:extLst>
              </p:cNvPr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>
                <a:extLst>
                  <a:ext uri="{FF2B5EF4-FFF2-40B4-BE49-F238E27FC236}">
                    <a16:creationId xmlns:a16="http://schemas.microsoft.com/office/drawing/2014/main" id="{CE3E81EF-EF95-620D-C648-92E4C9B1BD90}"/>
                  </a:ext>
                </a:extLst>
              </p:cNvPr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>
                <a:extLst>
                  <a:ext uri="{FF2B5EF4-FFF2-40B4-BE49-F238E27FC236}">
                    <a16:creationId xmlns:a16="http://schemas.microsoft.com/office/drawing/2014/main" id="{45C2B3E8-FC2D-3584-73B4-C87AF4B2C1D4}"/>
                  </a:ext>
                </a:extLst>
              </p:cNvPr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>
                <a:extLst>
                  <a:ext uri="{FF2B5EF4-FFF2-40B4-BE49-F238E27FC236}">
                    <a16:creationId xmlns:a16="http://schemas.microsoft.com/office/drawing/2014/main" id="{3B47B27A-6BE0-B92D-1ABF-9AF1491FE235}"/>
                  </a:ext>
                </a:extLst>
              </p:cNvPr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>
              <a:extLst>
                <a:ext uri="{FF2B5EF4-FFF2-40B4-BE49-F238E27FC236}">
                  <a16:creationId xmlns:a16="http://schemas.microsoft.com/office/drawing/2014/main" id="{F5020855-B697-B4A0-5A06-70A8652AEC54}"/>
                </a:ext>
              </a:extLst>
            </p:cNvPr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>
                <a:extLst>
                  <a:ext uri="{FF2B5EF4-FFF2-40B4-BE49-F238E27FC236}">
                    <a16:creationId xmlns:a16="http://schemas.microsoft.com/office/drawing/2014/main" id="{1684DC24-6190-61F4-7392-8E5CD41B35F9}"/>
                  </a:ext>
                </a:extLst>
              </p:cNvPr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>
                <a:extLst>
                  <a:ext uri="{FF2B5EF4-FFF2-40B4-BE49-F238E27FC236}">
                    <a16:creationId xmlns:a16="http://schemas.microsoft.com/office/drawing/2014/main" id="{89058F99-0FE4-F660-2350-9C829389DF15}"/>
                  </a:ext>
                </a:extLst>
              </p:cNvPr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>
                <a:extLst>
                  <a:ext uri="{FF2B5EF4-FFF2-40B4-BE49-F238E27FC236}">
                    <a16:creationId xmlns:a16="http://schemas.microsoft.com/office/drawing/2014/main" id="{3913F975-193C-E600-D2A6-DDD4FAF5C550}"/>
                  </a:ext>
                </a:extLst>
              </p:cNvPr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>
                <a:extLst>
                  <a:ext uri="{FF2B5EF4-FFF2-40B4-BE49-F238E27FC236}">
                    <a16:creationId xmlns:a16="http://schemas.microsoft.com/office/drawing/2014/main" id="{1099C032-5214-5976-DD99-4579FF2D402A}"/>
                  </a:ext>
                </a:extLst>
              </p:cNvPr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>
                <a:extLst>
                  <a:ext uri="{FF2B5EF4-FFF2-40B4-BE49-F238E27FC236}">
                    <a16:creationId xmlns:a16="http://schemas.microsoft.com/office/drawing/2014/main" id="{DF4D5725-4722-1CE1-5416-D8560CDEF312}"/>
                  </a:ext>
                </a:extLst>
              </p:cNvPr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>
                <a:extLst>
                  <a:ext uri="{FF2B5EF4-FFF2-40B4-BE49-F238E27FC236}">
                    <a16:creationId xmlns:a16="http://schemas.microsoft.com/office/drawing/2014/main" id="{53892676-89CB-D127-C361-598BEACE77EF}"/>
                  </a:ext>
                </a:extLst>
              </p:cNvPr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>
                <a:extLst>
                  <a:ext uri="{FF2B5EF4-FFF2-40B4-BE49-F238E27FC236}">
                    <a16:creationId xmlns:a16="http://schemas.microsoft.com/office/drawing/2014/main" id="{2C617C3E-2BA8-ED91-EE55-BFAFD1395724}"/>
                  </a:ext>
                </a:extLst>
              </p:cNvPr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>
                <a:extLst>
                  <a:ext uri="{FF2B5EF4-FFF2-40B4-BE49-F238E27FC236}">
                    <a16:creationId xmlns:a16="http://schemas.microsoft.com/office/drawing/2014/main" id="{FB78FF63-13C9-7013-6266-24D0E533379D}"/>
                  </a:ext>
                </a:extLst>
              </p:cNvPr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>
                <a:extLst>
                  <a:ext uri="{FF2B5EF4-FFF2-40B4-BE49-F238E27FC236}">
                    <a16:creationId xmlns:a16="http://schemas.microsoft.com/office/drawing/2014/main" id="{8EC1D5C6-6DAE-F447-7C52-930DF581F2FE}"/>
                  </a:ext>
                </a:extLst>
              </p:cNvPr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>
                <a:extLst>
                  <a:ext uri="{FF2B5EF4-FFF2-40B4-BE49-F238E27FC236}">
                    <a16:creationId xmlns:a16="http://schemas.microsoft.com/office/drawing/2014/main" id="{B00C34A9-E83C-AF71-957E-1048917BE93F}"/>
                  </a:ext>
                </a:extLst>
              </p:cNvPr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>
                <a:extLst>
                  <a:ext uri="{FF2B5EF4-FFF2-40B4-BE49-F238E27FC236}">
                    <a16:creationId xmlns:a16="http://schemas.microsoft.com/office/drawing/2014/main" id="{34B5BB2F-2E41-586C-601A-44B2F1590031}"/>
                  </a:ext>
                </a:extLst>
              </p:cNvPr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>
                <a:extLst>
                  <a:ext uri="{FF2B5EF4-FFF2-40B4-BE49-F238E27FC236}">
                    <a16:creationId xmlns:a16="http://schemas.microsoft.com/office/drawing/2014/main" id="{1A75B52F-C28D-9181-0A9F-D0B4102725FA}"/>
                  </a:ext>
                </a:extLst>
              </p:cNvPr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>
              <a:extLst>
                <a:ext uri="{FF2B5EF4-FFF2-40B4-BE49-F238E27FC236}">
                  <a16:creationId xmlns:a16="http://schemas.microsoft.com/office/drawing/2014/main" id="{E851A440-06BA-9FFB-94A5-6D59A9CFE466}"/>
                </a:ext>
              </a:extLst>
            </p:cNvPr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>
                <a:extLst>
                  <a:ext uri="{FF2B5EF4-FFF2-40B4-BE49-F238E27FC236}">
                    <a16:creationId xmlns:a16="http://schemas.microsoft.com/office/drawing/2014/main" id="{EE2595D4-D8EE-5EAE-3D7A-43E1D2A80987}"/>
                  </a:ext>
                </a:extLst>
              </p:cNvPr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>
                <a:extLst>
                  <a:ext uri="{FF2B5EF4-FFF2-40B4-BE49-F238E27FC236}">
                    <a16:creationId xmlns:a16="http://schemas.microsoft.com/office/drawing/2014/main" id="{F1CD5676-320E-BBAE-F40D-DCFBEC07C7CF}"/>
                  </a:ext>
                </a:extLst>
              </p:cNvPr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>
                <a:extLst>
                  <a:ext uri="{FF2B5EF4-FFF2-40B4-BE49-F238E27FC236}">
                    <a16:creationId xmlns:a16="http://schemas.microsoft.com/office/drawing/2014/main" id="{8AE43D48-6D4E-F9BA-6A14-6CA7E57511B6}"/>
                  </a:ext>
                </a:extLst>
              </p:cNvPr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>
                <a:extLst>
                  <a:ext uri="{FF2B5EF4-FFF2-40B4-BE49-F238E27FC236}">
                    <a16:creationId xmlns:a16="http://schemas.microsoft.com/office/drawing/2014/main" id="{22FF9B4B-B5FE-C7EC-53F5-09E7D64FC4AF}"/>
                  </a:ext>
                </a:extLst>
              </p:cNvPr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>
                <a:extLst>
                  <a:ext uri="{FF2B5EF4-FFF2-40B4-BE49-F238E27FC236}">
                    <a16:creationId xmlns:a16="http://schemas.microsoft.com/office/drawing/2014/main" id="{A9519E64-3724-A43F-D1BD-1D5004A4D092}"/>
                  </a:ext>
                </a:extLst>
              </p:cNvPr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>
                <a:extLst>
                  <a:ext uri="{FF2B5EF4-FFF2-40B4-BE49-F238E27FC236}">
                    <a16:creationId xmlns:a16="http://schemas.microsoft.com/office/drawing/2014/main" id="{DA9A4552-0AC0-40B3-EF14-1AD838EC0E65}"/>
                  </a:ext>
                </a:extLst>
              </p:cNvPr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>
                <a:extLst>
                  <a:ext uri="{FF2B5EF4-FFF2-40B4-BE49-F238E27FC236}">
                    <a16:creationId xmlns:a16="http://schemas.microsoft.com/office/drawing/2014/main" id="{0E9C24B8-4909-46AC-1D6E-723A5ABB501E}"/>
                  </a:ext>
                </a:extLst>
              </p:cNvPr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>
                <a:extLst>
                  <a:ext uri="{FF2B5EF4-FFF2-40B4-BE49-F238E27FC236}">
                    <a16:creationId xmlns:a16="http://schemas.microsoft.com/office/drawing/2014/main" id="{442DEBEE-90F0-5348-5FD6-B82ADB5368FD}"/>
                  </a:ext>
                </a:extLst>
              </p:cNvPr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>
                <a:extLst>
                  <a:ext uri="{FF2B5EF4-FFF2-40B4-BE49-F238E27FC236}">
                    <a16:creationId xmlns:a16="http://schemas.microsoft.com/office/drawing/2014/main" id="{51C99E88-03D2-31BD-1372-63919DAFE31A}"/>
                  </a:ext>
                </a:extLst>
              </p:cNvPr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>
                <a:extLst>
                  <a:ext uri="{FF2B5EF4-FFF2-40B4-BE49-F238E27FC236}">
                    <a16:creationId xmlns:a16="http://schemas.microsoft.com/office/drawing/2014/main" id="{18D53862-7D18-6785-9423-03EAA30577B9}"/>
                  </a:ext>
                </a:extLst>
              </p:cNvPr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>
                <a:extLst>
                  <a:ext uri="{FF2B5EF4-FFF2-40B4-BE49-F238E27FC236}">
                    <a16:creationId xmlns:a16="http://schemas.microsoft.com/office/drawing/2014/main" id="{3899DE92-758B-5218-D344-628E98616C04}"/>
                  </a:ext>
                </a:extLst>
              </p:cNvPr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>
                <a:extLst>
                  <a:ext uri="{FF2B5EF4-FFF2-40B4-BE49-F238E27FC236}">
                    <a16:creationId xmlns:a16="http://schemas.microsoft.com/office/drawing/2014/main" id="{E77A0815-FE3F-4349-F6C0-4B4A490FB98C}"/>
                  </a:ext>
                </a:extLst>
              </p:cNvPr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>
                <a:extLst>
                  <a:ext uri="{FF2B5EF4-FFF2-40B4-BE49-F238E27FC236}">
                    <a16:creationId xmlns:a16="http://schemas.microsoft.com/office/drawing/2014/main" id="{B5E8A615-2392-8505-6F19-DAE108790DA4}"/>
                  </a:ext>
                </a:extLst>
              </p:cNvPr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>
              <a:extLst>
                <a:ext uri="{FF2B5EF4-FFF2-40B4-BE49-F238E27FC236}">
                  <a16:creationId xmlns:a16="http://schemas.microsoft.com/office/drawing/2014/main" id="{C27C0419-4874-6386-045A-170DAB32E721}"/>
                </a:ext>
              </a:extLst>
            </p:cNvPr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>
              <a:extLst>
                <a:ext uri="{FF2B5EF4-FFF2-40B4-BE49-F238E27FC236}">
                  <a16:creationId xmlns:a16="http://schemas.microsoft.com/office/drawing/2014/main" id="{2B92797F-5C9D-2343-5D9F-EFB99A9395CD}"/>
                </a:ext>
              </a:extLst>
            </p:cNvPr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>
              <a:extLst>
                <a:ext uri="{FF2B5EF4-FFF2-40B4-BE49-F238E27FC236}">
                  <a16:creationId xmlns:a16="http://schemas.microsoft.com/office/drawing/2014/main" id="{4E3304BC-B7F2-8E30-9B50-6897801EC5B1}"/>
                </a:ext>
              </a:extLst>
            </p:cNvPr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>
                <a:extLst>
                  <a:ext uri="{FF2B5EF4-FFF2-40B4-BE49-F238E27FC236}">
                    <a16:creationId xmlns:a16="http://schemas.microsoft.com/office/drawing/2014/main" id="{E4185620-6A90-2089-8A7E-68145DA0B028}"/>
                  </a:ext>
                </a:extLst>
              </p:cNvPr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>
                <a:extLst>
                  <a:ext uri="{FF2B5EF4-FFF2-40B4-BE49-F238E27FC236}">
                    <a16:creationId xmlns:a16="http://schemas.microsoft.com/office/drawing/2014/main" id="{229D9BB7-7F9D-0BA9-2CBF-968D7E138107}"/>
                  </a:ext>
                </a:extLst>
              </p:cNvPr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>
                <a:extLst>
                  <a:ext uri="{FF2B5EF4-FFF2-40B4-BE49-F238E27FC236}">
                    <a16:creationId xmlns:a16="http://schemas.microsoft.com/office/drawing/2014/main" id="{536C512C-E5E9-B050-070F-5FD9F7331655}"/>
                  </a:ext>
                </a:extLst>
              </p:cNvPr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>
                <a:extLst>
                  <a:ext uri="{FF2B5EF4-FFF2-40B4-BE49-F238E27FC236}">
                    <a16:creationId xmlns:a16="http://schemas.microsoft.com/office/drawing/2014/main" id="{9DDD1F69-EDCC-D94E-6A29-BB353ACC29E8}"/>
                  </a:ext>
                </a:extLst>
              </p:cNvPr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>
                <a:extLst>
                  <a:ext uri="{FF2B5EF4-FFF2-40B4-BE49-F238E27FC236}">
                    <a16:creationId xmlns:a16="http://schemas.microsoft.com/office/drawing/2014/main" id="{42981679-A701-40E8-815E-DE680F7A49BC}"/>
                  </a:ext>
                </a:extLst>
              </p:cNvPr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>
                <a:extLst>
                  <a:ext uri="{FF2B5EF4-FFF2-40B4-BE49-F238E27FC236}">
                    <a16:creationId xmlns:a16="http://schemas.microsoft.com/office/drawing/2014/main" id="{CE2D2016-7AD6-400E-718E-00AAD39B0E9E}"/>
                  </a:ext>
                </a:extLst>
              </p:cNvPr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>
                <a:extLst>
                  <a:ext uri="{FF2B5EF4-FFF2-40B4-BE49-F238E27FC236}">
                    <a16:creationId xmlns:a16="http://schemas.microsoft.com/office/drawing/2014/main" id="{3A5B8CB3-56E0-1DED-BFAD-B4A8ED37D549}"/>
                  </a:ext>
                </a:extLst>
              </p:cNvPr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>
                <a:extLst>
                  <a:ext uri="{FF2B5EF4-FFF2-40B4-BE49-F238E27FC236}">
                    <a16:creationId xmlns:a16="http://schemas.microsoft.com/office/drawing/2014/main" id="{E0C9F397-5C94-72D4-3D49-89F9036203D5}"/>
                  </a:ext>
                </a:extLst>
              </p:cNvPr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>
                <a:extLst>
                  <a:ext uri="{FF2B5EF4-FFF2-40B4-BE49-F238E27FC236}">
                    <a16:creationId xmlns:a16="http://schemas.microsoft.com/office/drawing/2014/main" id="{B0A517CE-A524-A296-17C5-51C326D1AE17}"/>
                  </a:ext>
                </a:extLst>
              </p:cNvPr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>
                <a:extLst>
                  <a:ext uri="{FF2B5EF4-FFF2-40B4-BE49-F238E27FC236}">
                    <a16:creationId xmlns:a16="http://schemas.microsoft.com/office/drawing/2014/main" id="{97256169-AB2E-7232-04D0-14C892396A1F}"/>
                  </a:ext>
                </a:extLst>
              </p:cNvPr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>
                <a:extLst>
                  <a:ext uri="{FF2B5EF4-FFF2-40B4-BE49-F238E27FC236}">
                    <a16:creationId xmlns:a16="http://schemas.microsoft.com/office/drawing/2014/main" id="{1AFCDAAF-BC3D-6267-8FBB-80308F12F204}"/>
                  </a:ext>
                </a:extLst>
              </p:cNvPr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>
                <a:extLst>
                  <a:ext uri="{FF2B5EF4-FFF2-40B4-BE49-F238E27FC236}">
                    <a16:creationId xmlns:a16="http://schemas.microsoft.com/office/drawing/2014/main" id="{B3690CDC-FA79-7BD9-A0D1-0E615D727DD1}"/>
                  </a:ext>
                </a:extLst>
              </p:cNvPr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>
                <a:extLst>
                  <a:ext uri="{FF2B5EF4-FFF2-40B4-BE49-F238E27FC236}">
                    <a16:creationId xmlns:a16="http://schemas.microsoft.com/office/drawing/2014/main" id="{1564D6A0-9ED6-C2D7-E37F-F9C2708BC4B2}"/>
                  </a:ext>
                </a:extLst>
              </p:cNvPr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>
                <a:extLst>
                  <a:ext uri="{FF2B5EF4-FFF2-40B4-BE49-F238E27FC236}">
                    <a16:creationId xmlns:a16="http://schemas.microsoft.com/office/drawing/2014/main" id="{61C712D3-374D-52E3-B213-D3D4587A1B11}"/>
                  </a:ext>
                </a:extLst>
              </p:cNvPr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>
                <a:extLst>
                  <a:ext uri="{FF2B5EF4-FFF2-40B4-BE49-F238E27FC236}">
                    <a16:creationId xmlns:a16="http://schemas.microsoft.com/office/drawing/2014/main" id="{3B92B39C-5C5D-3B55-5F07-DE2CE699F320}"/>
                  </a:ext>
                </a:extLst>
              </p:cNvPr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>
                <a:extLst>
                  <a:ext uri="{FF2B5EF4-FFF2-40B4-BE49-F238E27FC236}">
                    <a16:creationId xmlns:a16="http://schemas.microsoft.com/office/drawing/2014/main" id="{BA113232-1EF6-2F92-7D01-269213E88B09}"/>
                  </a:ext>
                </a:extLst>
              </p:cNvPr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>
                <a:extLst>
                  <a:ext uri="{FF2B5EF4-FFF2-40B4-BE49-F238E27FC236}">
                    <a16:creationId xmlns:a16="http://schemas.microsoft.com/office/drawing/2014/main" id="{37AC4AEA-0634-0212-A277-6C7C7AA3ED8E}"/>
                  </a:ext>
                </a:extLst>
              </p:cNvPr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>
                <a:extLst>
                  <a:ext uri="{FF2B5EF4-FFF2-40B4-BE49-F238E27FC236}">
                    <a16:creationId xmlns:a16="http://schemas.microsoft.com/office/drawing/2014/main" id="{071C61D6-804D-F530-F261-EAA0A4B2075C}"/>
                  </a:ext>
                </a:extLst>
              </p:cNvPr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>
                <a:extLst>
                  <a:ext uri="{FF2B5EF4-FFF2-40B4-BE49-F238E27FC236}">
                    <a16:creationId xmlns:a16="http://schemas.microsoft.com/office/drawing/2014/main" id="{600A8E7D-7C45-6278-5332-AC7AE6B20D3D}"/>
                  </a:ext>
                </a:extLst>
              </p:cNvPr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>
                <a:extLst>
                  <a:ext uri="{FF2B5EF4-FFF2-40B4-BE49-F238E27FC236}">
                    <a16:creationId xmlns:a16="http://schemas.microsoft.com/office/drawing/2014/main" id="{2EC1F2FC-F5DA-E612-4556-8E1F70CB8665}"/>
                  </a:ext>
                </a:extLst>
              </p:cNvPr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>
                <a:extLst>
                  <a:ext uri="{FF2B5EF4-FFF2-40B4-BE49-F238E27FC236}">
                    <a16:creationId xmlns:a16="http://schemas.microsoft.com/office/drawing/2014/main" id="{B6447242-BDF1-95EE-DE1D-3BF2BF059E91}"/>
                  </a:ext>
                </a:extLst>
              </p:cNvPr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>
                <a:extLst>
                  <a:ext uri="{FF2B5EF4-FFF2-40B4-BE49-F238E27FC236}">
                    <a16:creationId xmlns:a16="http://schemas.microsoft.com/office/drawing/2014/main" id="{4B1F0953-CC26-FA67-F201-5983EE4CE2D9}"/>
                  </a:ext>
                </a:extLst>
              </p:cNvPr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>
                <a:extLst>
                  <a:ext uri="{FF2B5EF4-FFF2-40B4-BE49-F238E27FC236}">
                    <a16:creationId xmlns:a16="http://schemas.microsoft.com/office/drawing/2014/main" id="{B27CE970-9C05-8288-ED3A-94D7BCC952CA}"/>
                  </a:ext>
                </a:extLst>
              </p:cNvPr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>
                <a:extLst>
                  <a:ext uri="{FF2B5EF4-FFF2-40B4-BE49-F238E27FC236}">
                    <a16:creationId xmlns:a16="http://schemas.microsoft.com/office/drawing/2014/main" id="{8ED3DC65-86E0-5F2F-7925-6EE8EF3A921D}"/>
                  </a:ext>
                </a:extLst>
              </p:cNvPr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>
                <a:extLst>
                  <a:ext uri="{FF2B5EF4-FFF2-40B4-BE49-F238E27FC236}">
                    <a16:creationId xmlns:a16="http://schemas.microsoft.com/office/drawing/2014/main" id="{B1BB5C21-C1D0-DB2A-E8D5-18903F5F8FD6}"/>
                  </a:ext>
                </a:extLst>
              </p:cNvPr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>
                <a:extLst>
                  <a:ext uri="{FF2B5EF4-FFF2-40B4-BE49-F238E27FC236}">
                    <a16:creationId xmlns:a16="http://schemas.microsoft.com/office/drawing/2014/main" id="{ED1C8254-6EBD-9532-02BF-F98B4C2A5F6A}"/>
                  </a:ext>
                </a:extLst>
              </p:cNvPr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>
                <a:extLst>
                  <a:ext uri="{FF2B5EF4-FFF2-40B4-BE49-F238E27FC236}">
                    <a16:creationId xmlns:a16="http://schemas.microsoft.com/office/drawing/2014/main" id="{24DAD285-EFC3-B6D5-C2D8-418F0DB4381F}"/>
                  </a:ext>
                </a:extLst>
              </p:cNvPr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>
                <a:extLst>
                  <a:ext uri="{FF2B5EF4-FFF2-40B4-BE49-F238E27FC236}">
                    <a16:creationId xmlns:a16="http://schemas.microsoft.com/office/drawing/2014/main" id="{935D2C91-9CA2-B92A-E2B6-8E24E8233319}"/>
                  </a:ext>
                </a:extLst>
              </p:cNvPr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>
                <a:extLst>
                  <a:ext uri="{FF2B5EF4-FFF2-40B4-BE49-F238E27FC236}">
                    <a16:creationId xmlns:a16="http://schemas.microsoft.com/office/drawing/2014/main" id="{5C067352-855C-0E9C-29FE-573799A1DCA6}"/>
                  </a:ext>
                </a:extLst>
              </p:cNvPr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>
                <a:extLst>
                  <a:ext uri="{FF2B5EF4-FFF2-40B4-BE49-F238E27FC236}">
                    <a16:creationId xmlns:a16="http://schemas.microsoft.com/office/drawing/2014/main" id="{53124B81-74C5-6940-BE0A-25B5984A9E8D}"/>
                  </a:ext>
                </a:extLst>
              </p:cNvPr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>
                <a:extLst>
                  <a:ext uri="{FF2B5EF4-FFF2-40B4-BE49-F238E27FC236}">
                    <a16:creationId xmlns:a16="http://schemas.microsoft.com/office/drawing/2014/main" id="{A6FCD97A-FDBD-2EF0-83A3-55D659B430E7}"/>
                  </a:ext>
                </a:extLst>
              </p:cNvPr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>
              <a:extLst>
                <a:ext uri="{FF2B5EF4-FFF2-40B4-BE49-F238E27FC236}">
                  <a16:creationId xmlns:a16="http://schemas.microsoft.com/office/drawing/2014/main" id="{57EE7B3D-E788-EE7B-3BE8-C58A5167B857}"/>
                </a:ext>
              </a:extLst>
            </p:cNvPr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>
              <a:extLst>
                <a:ext uri="{FF2B5EF4-FFF2-40B4-BE49-F238E27FC236}">
                  <a16:creationId xmlns:a16="http://schemas.microsoft.com/office/drawing/2014/main" id="{7CEFE06C-4444-AFF7-7691-7272609CA95C}"/>
                </a:ext>
              </a:extLst>
            </p:cNvPr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99830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6F15-9A3F-810B-17DB-0CAD13C8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4DB830-9F85-2239-5291-039B0FA90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23" y="837799"/>
            <a:ext cx="7677036" cy="55537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00567C-CDA0-82F1-F59B-AC65F35869A9}"/>
              </a:ext>
            </a:extLst>
          </p:cNvPr>
          <p:cNvSpPr txBox="1"/>
          <p:nvPr/>
        </p:nvSpPr>
        <p:spPr>
          <a:xfrm>
            <a:off x="9057372" y="2569945"/>
            <a:ext cx="1920719" cy="1384995"/>
          </a:xfrm>
          <a:prstGeom prst="rect">
            <a:avLst/>
          </a:prstGeom>
          <a:solidFill>
            <a:srgbClr val="F0F5FE"/>
          </a:solidFill>
          <a:ln w="38100">
            <a:solidFill>
              <a:schemeClr val="tx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lvl="0"/>
            <a:r>
              <a:rPr lang="en-ZA" b="1"/>
              <a:t>Risk Category</a:t>
            </a:r>
          </a:p>
          <a:p>
            <a:pPr lvl="0"/>
            <a:endParaRPr lang="en-ZA"/>
          </a:p>
          <a:p>
            <a:pPr lvl="0"/>
            <a:r>
              <a:rPr lang="en-ZA"/>
              <a:t>0–30 = Low Risk</a:t>
            </a:r>
          </a:p>
          <a:p>
            <a:pPr lvl="0"/>
            <a:r>
              <a:rPr lang="en-ZA"/>
              <a:t>31–60 = Medium Risk</a:t>
            </a:r>
          </a:p>
          <a:p>
            <a:pPr lvl="0"/>
            <a:r>
              <a:rPr lang="en-ZA"/>
              <a:t>61–100 = High Risk</a:t>
            </a:r>
          </a:p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5151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AA5C-BAA3-3114-07F4-F57EF032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89084-31B7-30C4-F8F5-62C67CFC1FAA}"/>
              </a:ext>
            </a:extLst>
          </p:cNvPr>
          <p:cNvSpPr txBox="1"/>
          <p:nvPr/>
        </p:nvSpPr>
        <p:spPr>
          <a:xfrm>
            <a:off x="1534252" y="2222072"/>
            <a:ext cx="8087096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How many deliveries are late?</a:t>
            </a:r>
          </a:p>
          <a:p>
            <a:r>
              <a:rPr lang="en-US"/>
              <a:t>what percentage of deliveries are late? </a:t>
            </a:r>
          </a:p>
          <a:p>
            <a:r>
              <a:rPr lang="en-US"/>
              <a:t>which routes have the highest late-delivery rate?</a:t>
            </a:r>
          </a:p>
          <a:p>
            <a:r>
              <a:rPr lang="en-US"/>
              <a:t>which drivers have the highest delay rates? </a:t>
            </a:r>
          </a:p>
          <a:p>
            <a:r>
              <a:rPr lang="en-US"/>
              <a:t>which vehicles are associated with the most delays? </a:t>
            </a:r>
          </a:p>
          <a:p>
            <a:r>
              <a:rPr lang="en-US"/>
              <a:t>which warehouses have the highest operational risk? </a:t>
            </a:r>
          </a:p>
          <a:p>
            <a:r>
              <a:rPr lang="en-US"/>
              <a:t>what times of day show the greatest delivery delays?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B9A70-6DCD-89F3-5322-2548A5835E86}"/>
              </a:ext>
            </a:extLst>
          </p:cNvPr>
          <p:cNvSpPr txBox="1"/>
          <p:nvPr/>
        </p:nvSpPr>
        <p:spPr>
          <a:xfrm>
            <a:off x="1534252" y="166451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Operations Questions</a:t>
            </a:r>
          </a:p>
        </p:txBody>
      </p:sp>
    </p:spTree>
    <p:extLst>
      <p:ext uri="{BB962C8B-B14F-4D97-AF65-F5344CB8AC3E}">
        <p14:creationId xmlns:p14="http://schemas.microsoft.com/office/powerpoint/2010/main" val="3052187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3537-F9C6-0A51-290E-8943B1FA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8026C-B955-8E8F-F9E0-54F7522BF905}"/>
              </a:ext>
            </a:extLst>
          </p:cNvPr>
          <p:cNvSpPr txBox="1"/>
          <p:nvPr/>
        </p:nvSpPr>
        <p:spPr>
          <a:xfrm>
            <a:off x="636064" y="153438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/>
              <a:t>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CB9AC-F1FE-8650-18FF-834BD94A7BAF}"/>
              </a:ext>
            </a:extLst>
          </p:cNvPr>
          <p:cNvSpPr txBox="1"/>
          <p:nvPr/>
        </p:nvSpPr>
        <p:spPr>
          <a:xfrm>
            <a:off x="631212" y="1901970"/>
            <a:ext cx="8888680" cy="50629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/>
              <a:t>Late deliveries</a:t>
            </a:r>
            <a:endParaRPr lang="en-US"/>
          </a:p>
          <a:p>
            <a:r>
              <a:rPr lang="en-US" sz="1600"/>
              <a:t>The total number of late deliveries is 1147</a:t>
            </a:r>
          </a:p>
          <a:p>
            <a:endParaRPr lang="en-US" sz="1600"/>
          </a:p>
          <a:p>
            <a:pPr marL="285750" indent="-285750">
              <a:buChar char="•"/>
            </a:pPr>
            <a:r>
              <a:rPr lang="en-US" sz="1600"/>
              <a:t>11.47% of deliveries were delivered late.</a:t>
            </a:r>
          </a:p>
          <a:p>
            <a:pPr marL="285750" indent="-285750">
              <a:buChar char="•"/>
            </a:pPr>
            <a:r>
              <a:rPr lang="en-US" sz="1600"/>
              <a:t> 3.85% deliveries of deliveries  were delayed</a:t>
            </a:r>
          </a:p>
          <a:p>
            <a:r>
              <a:rPr lang="en-US" sz="1600"/>
              <a:t>  Therefore a total of 15.32% of deliveries experienced delivery delays</a:t>
            </a:r>
          </a:p>
          <a:p>
            <a:pPr marL="285750" indent="-285750">
              <a:buChar char="•"/>
            </a:pPr>
            <a:endParaRPr lang="en-US" sz="1600"/>
          </a:p>
          <a:p>
            <a:pPr marL="285750" indent="-285750">
              <a:buChar char="•"/>
            </a:pPr>
            <a:r>
              <a:rPr lang="en-US" sz="1600"/>
              <a:t>Drive with high delay rates.</a:t>
            </a:r>
          </a:p>
          <a:p>
            <a:r>
              <a:rPr lang="en-US" sz="1600"/>
              <a:t>Driver </a:t>
            </a:r>
            <a:r>
              <a:rPr lang="en-US" sz="1600" b="1"/>
              <a:t>D009690</a:t>
            </a:r>
            <a:r>
              <a:rPr lang="en-US" sz="1600"/>
              <a:t> currently has the highest delay rate in the dataset, recording </a:t>
            </a:r>
            <a:r>
              <a:rPr lang="en-US" sz="1600" b="1"/>
              <a:t>42   late   deliveries</a:t>
            </a:r>
            <a:r>
              <a:rPr lang="en-US" sz="1600"/>
              <a:t>, making this driver the primary focus for delay-reduction initiatives.</a:t>
            </a:r>
          </a:p>
          <a:p>
            <a:endParaRPr lang="en-US" sz="1600"/>
          </a:p>
          <a:p>
            <a:endParaRPr lang="en-US" sz="1600"/>
          </a:p>
          <a:p>
            <a:pPr marL="285750" indent="-285750">
              <a:buChar char="•"/>
            </a:pPr>
            <a:r>
              <a:rPr lang="en-US" sz="1600"/>
              <a:t>Vehicles associated with the most delays</a:t>
            </a:r>
          </a:p>
          <a:p>
            <a:r>
              <a:rPr lang="en-US" sz="1600"/>
              <a:t>Vehicles </a:t>
            </a:r>
            <a:r>
              <a:rPr lang="en-US" sz="1600" b="1"/>
              <a:t>V002946, V003908, and V012633</a:t>
            </a:r>
            <a:r>
              <a:rPr lang="en-US" sz="1600"/>
              <a:t> are associated with the highest number of delayed deliveries in the dataset, making them priority candidates for operational and maintenance reviews to improve delivery performance.</a:t>
            </a:r>
          </a:p>
          <a:p>
            <a:endParaRPr lang="en-US" sz="1100">
              <a:latin typeface="Segoe UI"/>
              <a:cs typeface="Segoe UI"/>
            </a:endParaRPr>
          </a:p>
          <a:p>
            <a:endParaRPr lang="en-US">
              <a:latin typeface="Segoe UI"/>
              <a:cs typeface="Segoe UI"/>
            </a:endParaRPr>
          </a:p>
          <a:p>
            <a:endParaRPr lang="en-US">
              <a:latin typeface="Segoe UI"/>
              <a:cs typeface="Segoe UI"/>
            </a:endParaRPr>
          </a:p>
          <a:p>
            <a:endParaRPr lang="en-US">
              <a:latin typeface="Segoe UI"/>
              <a:cs typeface="Segoe U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40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C809-9B2D-B613-8E04-FDD786983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671A66-F56E-3E5E-4262-FC11062C5FCC}"/>
              </a:ext>
            </a:extLst>
          </p:cNvPr>
          <p:cNvSpPr txBox="1"/>
          <p:nvPr/>
        </p:nvSpPr>
        <p:spPr>
          <a:xfrm>
            <a:off x="1678992" y="2344800"/>
            <a:ext cx="6591781" cy="39241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600"/>
              <a:t>Warehouses that have the highest operational risk.</a:t>
            </a:r>
            <a:endParaRPr lang="en-US"/>
          </a:p>
          <a:p>
            <a:endParaRPr lang="en-US" sz="1600"/>
          </a:p>
          <a:p>
            <a:r>
              <a:rPr lang="en-US" sz="1600"/>
              <a:t>The warehouses with the highest operational risk are </a:t>
            </a:r>
            <a:r>
              <a:rPr lang="en-US" sz="1600" b="1"/>
              <a:t>W00011, W00017, W00029, W00035, W00052, W00061, W00057, W00096, and W00097</a:t>
            </a:r>
            <a:r>
              <a:rPr lang="en-US" sz="1600"/>
              <a:t>, as they recorded the highest number of delayed deliveries in the dataset. These warehouses should be prioritized for further operational review and improvement initiatives.</a:t>
            </a:r>
          </a:p>
          <a:p>
            <a:pPr algn="l"/>
            <a:endParaRPr lang="en-US" sz="1600"/>
          </a:p>
          <a:p>
            <a:endParaRPr lang="en-US" sz="1600"/>
          </a:p>
          <a:p>
            <a:pPr marL="285750" indent="-285750">
              <a:buChar char="•"/>
            </a:pPr>
            <a:r>
              <a:rPr lang="en-US" sz="1600"/>
              <a:t>Times of day that shows the greatest delivery delays.</a:t>
            </a:r>
          </a:p>
          <a:p>
            <a:r>
              <a:rPr lang="en-US" sz="1600" b="1"/>
              <a:t>10 PM (22:00)</a:t>
            </a:r>
            <a:r>
              <a:rPr lang="en-US" sz="1600"/>
              <a:t> experiences the highest number of delayed deliveries, making it the time period with the greatest delivery delay risk. Management should investigate evening delivery operations to improve on-time delivery performance.</a:t>
            </a:r>
          </a:p>
          <a:p>
            <a:endParaRPr lang="en-US" sz="1100">
              <a:latin typeface="Segoe UI"/>
              <a:cs typeface="Segoe UI"/>
            </a:endParaRP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A9B11-5851-F7C9-00CC-3D4884DD9AC3}"/>
              </a:ext>
            </a:extLst>
          </p:cNvPr>
          <p:cNvSpPr txBox="1"/>
          <p:nvPr/>
        </p:nvSpPr>
        <p:spPr>
          <a:xfrm>
            <a:off x="1794785" y="1592148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3828574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9CFE-8B88-6B77-B636-BE3E27472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9F5E3-2E4B-4FC4-326F-FADD6D512143}"/>
              </a:ext>
            </a:extLst>
          </p:cNvPr>
          <p:cNvSpPr txBox="1"/>
          <p:nvPr/>
        </p:nvSpPr>
        <p:spPr>
          <a:xfrm>
            <a:off x="128649" y="1716975"/>
            <a:ext cx="6096000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Management</a:t>
            </a:r>
            <a:br>
              <a:rPr lang="en-US" sz="1200" b="1"/>
            </a:br>
            <a:br>
              <a:rPr lang="en-US" sz="1200" b="1"/>
            </a:br>
            <a:r>
              <a:rPr lang="en-US" sz="1200" b="1"/>
              <a:t>Q8. What are the three biggest operational risks?</a:t>
            </a:r>
          </a:p>
          <a:p>
            <a:pPr lvl="0">
              <a:buFont typeface=""/>
              <a:buAutoNum type="arabicPeriod"/>
            </a:pPr>
            <a:r>
              <a:rPr lang="en-US" sz="1200"/>
              <a:t>Shipment volumes are concentrated in a few provinces, especially Gauteng, creating a risk of operational bottlenecks.</a:t>
            </a:r>
          </a:p>
          <a:p>
            <a:pPr lvl="0">
              <a:buFont typeface=""/>
              <a:buAutoNum type="arabicPeriod"/>
            </a:pPr>
            <a:r>
              <a:rPr lang="en-US" sz="1200"/>
              <a:t>Standard shipments dominate the business, meaning any disruption to standard delivery operations could affect a large percentage of customers.</a:t>
            </a:r>
          </a:p>
          <a:p>
            <a:pPr>
              <a:buFont typeface=""/>
              <a:buAutoNum type="arabicPeriod"/>
            </a:pPr>
            <a:r>
              <a:rPr lang="en-US" sz="1200"/>
              <a:t>Shipment activity changes over time, indicating a risk of resource under </a:t>
            </a:r>
            <a:r>
              <a:rPr lang="en-US" sz="1200" err="1"/>
              <a:t>utilisation</a:t>
            </a:r>
            <a:r>
              <a:rPr lang="en-US" sz="1200"/>
              <a:t> during quiet periods and capacity constraints during busy periods.</a:t>
            </a:r>
            <a:br>
              <a:rPr lang="en-US" sz="1200"/>
            </a:br>
            <a:endParaRPr lang="en-US" sz="1200"/>
          </a:p>
          <a:p>
            <a:r>
              <a:rPr lang="en-US" sz="1200" b="1"/>
              <a:t>Q9. What should management investigate?</a:t>
            </a:r>
          </a:p>
          <a:p>
            <a:r>
              <a:rPr lang="en-US" sz="1200"/>
              <a:t>Management should investigate the causes of high shipment concentration in key provinces, </a:t>
            </a:r>
            <a:r>
              <a:rPr lang="en-US" sz="1200" err="1"/>
              <a:t>analyse</a:t>
            </a:r>
            <a:r>
              <a:rPr lang="en-US" sz="1200"/>
              <a:t> capacity requirements during peak business days, and identify the factors causing changes in shipment activity over time. Additional investigation should focus on delayed deliveries, route efficiency, vehicle </a:t>
            </a:r>
            <a:r>
              <a:rPr lang="en-US" sz="1200" err="1"/>
              <a:t>utilisation</a:t>
            </a:r>
            <a:r>
              <a:rPr lang="en-US" sz="1200"/>
              <a:t> and warehouse performance. </a:t>
            </a:r>
            <a:br>
              <a:rPr lang="en-US" sz="1200"/>
            </a:br>
            <a:br>
              <a:rPr lang="en-US" sz="1200"/>
            </a:br>
            <a:r>
              <a:rPr lang="en-US" sz="1200" b="1"/>
              <a:t>Q10. What operational controls could reduce delivery delays?</a:t>
            </a:r>
            <a:endParaRPr lang="en-US" sz="1200"/>
          </a:p>
          <a:p>
            <a:pPr marL="285750" indent="-285750">
              <a:buChar char="•"/>
            </a:pPr>
            <a:r>
              <a:rPr lang="en-US" sz="1200"/>
              <a:t>Improve route planning and scheduling.</a:t>
            </a:r>
            <a:endParaRPr lang="en-US"/>
          </a:p>
          <a:p>
            <a:pPr marL="285750" indent="-285750">
              <a:buChar char="•"/>
            </a:pPr>
            <a:r>
              <a:rPr lang="en-US" sz="1200"/>
              <a:t>Monitor driver and vehicle performance.</a:t>
            </a:r>
            <a:endParaRPr lang="en-US"/>
          </a:p>
          <a:p>
            <a:pPr marL="285750" indent="-285750">
              <a:buChar char="•"/>
            </a:pPr>
            <a:r>
              <a:rPr lang="en-US" sz="1200"/>
              <a:t>Increase staffing and fleet availability during peak periods.</a:t>
            </a:r>
            <a:endParaRPr lang="en-US"/>
          </a:p>
          <a:p>
            <a:pPr marL="285750" indent="-285750">
              <a:buChar char="•"/>
            </a:pPr>
            <a:r>
              <a:rPr lang="en-US" sz="1200"/>
              <a:t>Implement proactive vehicle maintenance.</a:t>
            </a:r>
            <a:endParaRPr lang="en-US"/>
          </a:p>
          <a:p>
            <a:r>
              <a:rPr lang="en-US" sz="1200">
                <a:latin typeface="Aptos"/>
              </a:rPr>
              <a:t>Track delivery performance through real-time dashboards.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532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ED64-2108-EA14-1B98-0A0D46C1B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>
                <a:latin typeface="Segoe UI"/>
                <a:cs typeface="Segoe UI"/>
              </a:rPr>
              <a:t>Q11. Drivers Requiring Management Attention</a:t>
            </a:r>
            <a:endParaRPr lang="en-US" sz="2000"/>
          </a:p>
          <a:p>
            <a:endParaRPr lang="en-US"/>
          </a:p>
        </p:txBody>
      </p:sp>
      <p:pic>
        <p:nvPicPr>
          <p:cNvPr id="3" name="Picture 2" descr="A bar graph with numbers and a number&#10;&#10;AI-generated content may be incorrect.">
            <a:extLst>
              <a:ext uri="{FF2B5EF4-FFF2-40B4-BE49-F238E27FC236}">
                <a16:creationId xmlns:a16="http://schemas.microsoft.com/office/drawing/2014/main" id="{4A7199F5-EF14-0427-3F77-C5E2D5858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90" y="1713200"/>
            <a:ext cx="3286497" cy="2926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E38F86-CFC2-0F72-B49D-49B32C134977}"/>
              </a:ext>
            </a:extLst>
          </p:cNvPr>
          <p:cNvSpPr txBox="1"/>
          <p:nvPr/>
        </p:nvSpPr>
        <p:spPr>
          <a:xfrm>
            <a:off x="5126182" y="2241468"/>
            <a:ext cx="3790208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334157"/>
                </a:solidFill>
                <a:latin typeface="Segoe UI"/>
                <a:ea typeface="Segoe UI"/>
                <a:cs typeface="Segoe UI"/>
              </a:rPr>
              <a:t>Q11. Drivers Requiring Management Attention</a:t>
            </a:r>
            <a:endParaRPr lang="en-US" sz="2000">
              <a:latin typeface="Segoe UI"/>
              <a:ea typeface="Segoe UI"/>
              <a:cs typeface="Segoe UI"/>
            </a:endParaRPr>
          </a:p>
          <a:p>
            <a:br>
              <a:rPr lang="en-US" b="1">
                <a:latin typeface="Segoe UI"/>
                <a:ea typeface="Segoe UI"/>
                <a:cs typeface="Segoe UI"/>
              </a:rPr>
            </a:br>
            <a:r>
              <a:rPr lang="en-US" b="1" i="0">
                <a:latin typeface="Segoe UI"/>
                <a:ea typeface="Segoe UI"/>
                <a:cs typeface="Segoe UI"/>
              </a:rPr>
              <a:t>Finding</a:t>
            </a:r>
            <a:endParaRPr lang="en-US"/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D009994, D009996, and D009995 handle the highest delivery volumes.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High workloads may increase the risk of delivery delays.</a:t>
            </a:r>
          </a:p>
          <a:p>
            <a:r>
              <a:rPr lang="en-US" b="1" i="0">
                <a:latin typeface="Segoe UI"/>
                <a:ea typeface="Segoe UI"/>
                <a:cs typeface="Segoe UI"/>
              </a:rPr>
              <a:t>Recommendation</a:t>
            </a:r>
          </a:p>
          <a:p>
            <a:pPr>
              <a:buFont typeface=""/>
              <a:buChar char="•"/>
            </a:pPr>
            <a:r>
              <a:rPr lang="en-US" b="0" i="0">
                <a:latin typeface="Segoe UI"/>
                <a:ea typeface="Segoe UI"/>
                <a:cs typeface="Segoe UI"/>
              </a:rPr>
              <a:t>Review driver workloads and optimize route assignments to improve delivery performance.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lvl="1">
              <a:buFont typeface=""/>
              <a:buNone/>
            </a:pPr>
            <a:r>
              <a:rPr lang="en-US" b="1" i="0">
                <a:latin typeface="Segoe UI"/>
                <a:ea typeface="Segoe UI"/>
                <a:cs typeface="Segoe UI"/>
              </a:rPr>
              <a:t>Management should monitor drivers D009994, D009996, and D009995, as they handle the highest delivery volumes and may be at greater risk of delivery delays.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93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5400-B27E-8DF8-929E-A39A94566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Intelligence</a:t>
            </a:r>
            <a:endParaRPr lang="en-US">
              <a:solidFill>
                <a:srgbClr val="000000"/>
              </a:solidFill>
            </a:endParaRP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4FA81-024B-832D-AFA6-92EB9DBC9872}"/>
              </a:ext>
            </a:extLst>
          </p:cNvPr>
          <p:cNvSpPr txBox="1"/>
          <p:nvPr/>
        </p:nvSpPr>
        <p:spPr>
          <a:xfrm>
            <a:off x="603662" y="1608117"/>
            <a:ext cx="6096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Q12. How could the company improve customer satisfaction?</a:t>
            </a:r>
          </a:p>
          <a:p>
            <a:pPr lvl="0">
              <a:buFont typeface=""/>
              <a:buChar char="•"/>
            </a:pPr>
            <a:r>
              <a:rPr lang="en-US" sz="1200"/>
              <a:t>Reduce delivery delays.</a:t>
            </a:r>
          </a:p>
          <a:p>
            <a:pPr lvl="0">
              <a:buFont typeface=""/>
              <a:buChar char="•"/>
            </a:pPr>
            <a:r>
              <a:rPr lang="en-US" sz="1200"/>
              <a:t>Improve delivery predictability.</a:t>
            </a:r>
          </a:p>
          <a:p>
            <a:pPr lvl="0">
              <a:buFont typeface=""/>
              <a:buChar char="•"/>
            </a:pPr>
            <a:r>
              <a:rPr lang="en-US" sz="1200"/>
              <a:t>Focus resources on high-volume provinces.</a:t>
            </a:r>
          </a:p>
          <a:p>
            <a:pPr lvl="0">
              <a:buFont typeface=""/>
              <a:buChar char="•"/>
            </a:pPr>
            <a:r>
              <a:rPr lang="en-US" sz="1200"/>
              <a:t>Optimize delivery methods.</a:t>
            </a:r>
          </a:p>
          <a:p>
            <a:pPr>
              <a:buFont typeface=""/>
              <a:buChar char="•"/>
            </a:pPr>
            <a:r>
              <a:rPr lang="en-US" sz="1200"/>
              <a:t>Improve communication with customers regarding shipment status.</a:t>
            </a:r>
            <a:br>
              <a:rPr lang="en-US" sz="1200"/>
            </a:br>
            <a:endParaRPr lang="en-US" sz="1200"/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6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15F10-2D07-B3B8-8E6D-2D405570F011}"/>
              </a:ext>
            </a:extLst>
          </p:cNvPr>
          <p:cNvSpPr txBox="1"/>
          <p:nvPr/>
        </p:nvSpPr>
        <p:spPr>
          <a:xfrm>
            <a:off x="965200" y="2853267"/>
            <a:ext cx="4741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4C69B2"/>
                </a:solidFill>
                <a:latin typeface="Aptos Black" panose="020B0004020202020204" pitchFamily="34" charset="0"/>
              </a:rPr>
              <a:t>THANK YOU</a:t>
            </a:r>
            <a:endParaRPr lang="en-ZA" sz="6000" b="1">
              <a:solidFill>
                <a:srgbClr val="4C69B2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96220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Statistics and Data Analysis - 6th Grade by Slidesgo</Template>
  <TotalTime>0</TotalTime>
  <Words>1424</Words>
  <Application>Microsoft Office PowerPoint</Application>
  <PresentationFormat>Widescreen</PresentationFormat>
  <Paragraphs>219</Paragraphs>
  <Slides>37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Aptos</vt:lpstr>
      <vt:lpstr>Aptos Black</vt:lpstr>
      <vt:lpstr>Aptos Slab Black</vt:lpstr>
      <vt:lpstr>Arial</vt:lpstr>
      <vt:lpstr>Baloo 2 ExtraBold</vt:lpstr>
      <vt:lpstr>Calibri</vt:lpstr>
      <vt:lpstr>DM Sans</vt:lpstr>
      <vt:lpstr>Proxima Nova</vt:lpstr>
      <vt:lpstr>Segoe UI</vt:lpstr>
      <vt:lpstr>Statistics and Data Analysis - 6th Grade by Slidesgo</vt:lpstr>
      <vt:lpstr>Slidesgo Final Pages</vt:lpstr>
      <vt:lpstr>SUPPLY GUARD</vt:lpstr>
      <vt:lpstr>Business Problem</vt:lpstr>
      <vt:lpstr> Customer Analysis</vt:lpstr>
      <vt:lpstr>PowerPoint Presentation</vt:lpstr>
      <vt:lpstr>Shipment Analysis</vt:lpstr>
      <vt:lpstr>PowerPoint Presentation</vt:lpstr>
      <vt:lpstr>Shipment Volume Decreases</vt:lpstr>
      <vt:lpstr>Delivery Analysis</vt:lpstr>
      <vt:lpstr>Delivery Status Distribution</vt:lpstr>
      <vt:lpstr>High Risk Warehouse</vt:lpstr>
      <vt:lpstr>Delivery Risk Analysis </vt:lpstr>
      <vt:lpstr>Conclusion</vt:lpstr>
      <vt:lpstr>Drivers Analysis</vt:lpstr>
      <vt:lpstr>Overview</vt:lpstr>
      <vt:lpstr>Drivers each province</vt:lpstr>
      <vt:lpstr>Performance rating per province</vt:lpstr>
      <vt:lpstr>License Type distribution</vt:lpstr>
      <vt:lpstr>Employment Type Distribution</vt:lpstr>
      <vt:lpstr>Experience vs Performance</vt:lpstr>
      <vt:lpstr>Recommendations</vt:lpstr>
      <vt:lpstr>Delivery Risk &amp; Business Intelligence </vt:lpstr>
      <vt:lpstr>PowerPoint Presentation</vt:lpstr>
      <vt:lpstr>PowerPoint Presentation</vt:lpstr>
      <vt:lpstr>AVERAGE DELIVERY BY DISTANCE</vt:lpstr>
      <vt:lpstr>LATE DELIVERY SPLIT</vt:lpstr>
      <vt:lpstr>WAREHOUSE DURATION RISK</vt:lpstr>
      <vt:lpstr>TIME-BASED DELIVERY INTELLIGENCE</vt:lpstr>
      <vt:lpstr>Business Intelligence &amp; Management Intelligence</vt:lpstr>
      <vt:lpstr>Operational Risk Scoring</vt:lpstr>
      <vt:lpstr>PowerPoint Presentation</vt:lpstr>
      <vt:lpstr>Business Intelligence</vt:lpstr>
      <vt:lpstr>Business intelligence </vt:lpstr>
      <vt:lpstr>Business Intelligence</vt:lpstr>
      <vt:lpstr>Business Intelligence</vt:lpstr>
      <vt:lpstr>Q11. Drivers Requiring Management Attention </vt:lpstr>
      <vt:lpstr>Business Intelligence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Noko Mathapo (RetailMass)</dc:creator>
  <cp:lastModifiedBy>Noko Mathapo (RetailMass)</cp:lastModifiedBy>
  <cp:revision>1</cp:revision>
  <dcterms:created xsi:type="dcterms:W3CDTF">2026-09-13T15:48:22Z</dcterms:created>
  <dcterms:modified xsi:type="dcterms:W3CDTF">2026-10-16T15:13:52Z</dcterms:modified>
</cp:coreProperties>
</file>